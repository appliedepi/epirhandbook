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8" r:id="rId3"/>
    <p:sldId id="260" r:id="rId4"/>
    <p:sldId id="257" r:id="rId5"/>
    <p:sldId id="261" r:id="rId6"/>
    <p:sldId id="262" r:id="rId7"/>
    <p:sldId id="263" r:id="rId8"/>
    <p:sldId id="264" r:id="rId9"/>
    <p:sldId id="258" r:id="rId10"/>
    <p:sldId id="265" r:id="rId11"/>
    <p:sldId id="266" r:id="rId12"/>
    <p:sldId id="267" r:id="rId13"/>
    <p:sldId id="272" r:id="rId14"/>
    <p:sldId id="273" r:id="rId15"/>
    <p:sldId id="270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0C6A"/>
    <a:srgbClr val="831086"/>
    <a:srgbClr val="D71ADC"/>
    <a:srgbClr val="E960EC"/>
    <a:srgbClr val="E5B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6E664-3F72-4398-A383-38AD5E327C99}" v="96" dt="2021-05-11T21:41:22.3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ale Batra" userId="7da30d73-63b6-4e7d-bbf3-35360c5b00f5" providerId="ADAL" clId="{0116E664-3F72-4398-A383-38AD5E327C99}"/>
    <pc:docChg chg="undo custSel addSld delSld modSld">
      <pc:chgData name="Neale Batra" userId="7da30d73-63b6-4e7d-bbf3-35360c5b00f5" providerId="ADAL" clId="{0116E664-3F72-4398-A383-38AD5E327C99}" dt="2021-05-11T21:44:53.952" v="1698" actId="1076"/>
      <pc:docMkLst>
        <pc:docMk/>
      </pc:docMkLst>
      <pc:sldChg chg="addSp delSp mod">
        <pc:chgData name="Neale Batra" userId="7da30d73-63b6-4e7d-bbf3-35360c5b00f5" providerId="ADAL" clId="{0116E664-3F72-4398-A383-38AD5E327C99}" dt="2021-05-02T18:19:38.358" v="1" actId="478"/>
        <pc:sldMkLst>
          <pc:docMk/>
          <pc:sldMk cId="798304428" sldId="261"/>
        </pc:sldMkLst>
        <pc:spChg chg="add del">
          <ac:chgData name="Neale Batra" userId="7da30d73-63b6-4e7d-bbf3-35360c5b00f5" providerId="ADAL" clId="{0116E664-3F72-4398-A383-38AD5E327C99}" dt="2021-05-02T18:19:38.358" v="1" actId="478"/>
          <ac:spMkLst>
            <pc:docMk/>
            <pc:sldMk cId="798304428" sldId="261"/>
            <ac:spMk id="11" creationId="{E8833E59-70B7-4E80-812B-54C8B83437BB}"/>
          </ac:spMkLst>
        </pc:spChg>
      </pc:sldChg>
      <pc:sldChg chg="addSp delSp modSp new mod">
        <pc:chgData name="Neale Batra" userId="7da30d73-63b6-4e7d-bbf3-35360c5b00f5" providerId="ADAL" clId="{0116E664-3F72-4398-A383-38AD5E327C99}" dt="2021-05-02T22:02:32.398" v="828" actId="14100"/>
        <pc:sldMkLst>
          <pc:docMk/>
          <pc:sldMk cId="705000445" sldId="265"/>
        </pc:sldMkLst>
        <pc:spChg chg="del">
          <ac:chgData name="Neale Batra" userId="7da30d73-63b6-4e7d-bbf3-35360c5b00f5" providerId="ADAL" clId="{0116E664-3F72-4398-A383-38AD5E327C99}" dt="2021-05-02T18:19:48.294" v="3" actId="478"/>
          <ac:spMkLst>
            <pc:docMk/>
            <pc:sldMk cId="705000445" sldId="265"/>
            <ac:spMk id="2" creationId="{68877697-9D42-4AF1-9B84-22484B0D23AC}"/>
          </ac:spMkLst>
        </pc:spChg>
        <pc:spChg chg="del">
          <ac:chgData name="Neale Batra" userId="7da30d73-63b6-4e7d-bbf3-35360c5b00f5" providerId="ADAL" clId="{0116E664-3F72-4398-A383-38AD5E327C99}" dt="2021-05-02T18:19:49.814" v="4" actId="478"/>
          <ac:spMkLst>
            <pc:docMk/>
            <pc:sldMk cId="705000445" sldId="265"/>
            <ac:spMk id="3" creationId="{88E0A730-8806-489C-883F-C317A7AFF3B5}"/>
          </ac:spMkLst>
        </pc:spChg>
        <pc:spChg chg="add mod">
          <ac:chgData name="Neale Batra" userId="7da30d73-63b6-4e7d-bbf3-35360c5b00f5" providerId="ADAL" clId="{0116E664-3F72-4398-A383-38AD5E327C99}" dt="2021-05-02T18:40:58.427" v="562" actId="14100"/>
          <ac:spMkLst>
            <pc:docMk/>
            <pc:sldMk cId="705000445" sldId="265"/>
            <ac:spMk id="8" creationId="{803023F4-3731-4E75-BBFA-4779E32C9526}"/>
          </ac:spMkLst>
        </pc:spChg>
        <pc:spChg chg="add mod">
          <ac:chgData name="Neale Batra" userId="7da30d73-63b6-4e7d-bbf3-35360c5b00f5" providerId="ADAL" clId="{0116E664-3F72-4398-A383-38AD5E327C99}" dt="2021-05-02T18:42:16.595" v="580" actId="14100"/>
          <ac:spMkLst>
            <pc:docMk/>
            <pc:sldMk cId="705000445" sldId="265"/>
            <ac:spMk id="9" creationId="{A7333941-F4C3-4FD8-8232-D59BA149D425}"/>
          </ac:spMkLst>
        </pc:spChg>
        <pc:spChg chg="add mod">
          <ac:chgData name="Neale Batra" userId="7da30d73-63b6-4e7d-bbf3-35360c5b00f5" providerId="ADAL" clId="{0116E664-3F72-4398-A383-38AD5E327C99}" dt="2021-05-02T18:41:28.336" v="568" actId="14100"/>
          <ac:spMkLst>
            <pc:docMk/>
            <pc:sldMk cId="705000445" sldId="265"/>
            <ac:spMk id="10" creationId="{C2A0A499-8B45-4A9B-A89A-426E07517F34}"/>
          </ac:spMkLst>
        </pc:spChg>
        <pc:spChg chg="add mod">
          <ac:chgData name="Neale Batra" userId="7da30d73-63b6-4e7d-bbf3-35360c5b00f5" providerId="ADAL" clId="{0116E664-3F72-4398-A383-38AD5E327C99}" dt="2021-05-02T18:42:25.368" v="583" actId="1076"/>
          <ac:spMkLst>
            <pc:docMk/>
            <pc:sldMk cId="705000445" sldId="265"/>
            <ac:spMk id="11" creationId="{255D630E-33FD-4879-969C-88D2B3F26152}"/>
          </ac:spMkLst>
        </pc:spChg>
        <pc:spChg chg="add mod">
          <ac:chgData name="Neale Batra" userId="7da30d73-63b6-4e7d-bbf3-35360c5b00f5" providerId="ADAL" clId="{0116E664-3F72-4398-A383-38AD5E327C99}" dt="2021-05-02T18:41:37.639" v="571" actId="14100"/>
          <ac:spMkLst>
            <pc:docMk/>
            <pc:sldMk cId="705000445" sldId="265"/>
            <ac:spMk id="12" creationId="{AA75214D-7D86-47B5-8E98-ABAE7E0324CD}"/>
          </ac:spMkLst>
        </pc:spChg>
        <pc:spChg chg="add mod">
          <ac:chgData name="Neale Batra" userId="7da30d73-63b6-4e7d-bbf3-35360c5b00f5" providerId="ADAL" clId="{0116E664-3F72-4398-A383-38AD5E327C99}" dt="2021-05-02T18:42:09.741" v="578" actId="14100"/>
          <ac:spMkLst>
            <pc:docMk/>
            <pc:sldMk cId="705000445" sldId="265"/>
            <ac:spMk id="13" creationId="{E78CC78F-A581-427A-8CBF-C78093473DED}"/>
          </ac:spMkLst>
        </pc:spChg>
        <pc:spChg chg="add mod">
          <ac:chgData name="Neale Batra" userId="7da30d73-63b6-4e7d-bbf3-35360c5b00f5" providerId="ADAL" clId="{0116E664-3F72-4398-A383-38AD5E327C99}" dt="2021-05-02T22:00:29.865" v="798" actId="1076"/>
          <ac:spMkLst>
            <pc:docMk/>
            <pc:sldMk cId="705000445" sldId="265"/>
            <ac:spMk id="14" creationId="{D83D0EEA-53AA-475A-B21A-EC9F8733A88F}"/>
          </ac:spMkLst>
        </pc:spChg>
        <pc:spChg chg="add mod topLvl">
          <ac:chgData name="Neale Batra" userId="7da30d73-63b6-4e7d-bbf3-35360c5b00f5" providerId="ADAL" clId="{0116E664-3F72-4398-A383-38AD5E327C99}" dt="2021-05-02T22:01:53.738" v="819" actId="1076"/>
          <ac:spMkLst>
            <pc:docMk/>
            <pc:sldMk cId="705000445" sldId="265"/>
            <ac:spMk id="21" creationId="{EAA09F04-497B-45F5-9B47-B3C354CCFC8A}"/>
          </ac:spMkLst>
        </pc:spChg>
        <pc:spChg chg="add del mod">
          <ac:chgData name="Neale Batra" userId="7da30d73-63b6-4e7d-bbf3-35360c5b00f5" providerId="ADAL" clId="{0116E664-3F72-4398-A383-38AD5E327C99}" dt="2021-05-02T18:36:12.906" v="486"/>
          <ac:spMkLst>
            <pc:docMk/>
            <pc:sldMk cId="705000445" sldId="265"/>
            <ac:spMk id="22" creationId="{D510E772-0AB3-4038-91C8-004198088E1E}"/>
          </ac:spMkLst>
        </pc:spChg>
        <pc:spChg chg="add mod">
          <ac:chgData name="Neale Batra" userId="7da30d73-63b6-4e7d-bbf3-35360c5b00f5" providerId="ADAL" clId="{0116E664-3F72-4398-A383-38AD5E327C99}" dt="2021-05-02T19:32:54.337" v="784" actId="1076"/>
          <ac:spMkLst>
            <pc:docMk/>
            <pc:sldMk cId="705000445" sldId="265"/>
            <ac:spMk id="23" creationId="{913FC8C4-E6E4-4952-A271-42FCFC62A510}"/>
          </ac:spMkLst>
        </pc:spChg>
        <pc:spChg chg="add mod topLvl">
          <ac:chgData name="Neale Batra" userId="7da30d73-63b6-4e7d-bbf3-35360c5b00f5" providerId="ADAL" clId="{0116E664-3F72-4398-A383-38AD5E327C99}" dt="2021-05-02T22:01:53.738" v="819" actId="1076"/>
          <ac:spMkLst>
            <pc:docMk/>
            <pc:sldMk cId="705000445" sldId="265"/>
            <ac:spMk id="24" creationId="{E28A6C9F-CA46-410A-8F96-BFA5FA61291A}"/>
          </ac:spMkLst>
        </pc:spChg>
        <pc:spChg chg="add mod">
          <ac:chgData name="Neale Batra" userId="7da30d73-63b6-4e7d-bbf3-35360c5b00f5" providerId="ADAL" clId="{0116E664-3F72-4398-A383-38AD5E327C99}" dt="2021-05-02T19:32:52.115" v="783" actId="1076"/>
          <ac:spMkLst>
            <pc:docMk/>
            <pc:sldMk cId="705000445" sldId="265"/>
            <ac:spMk id="25" creationId="{FC3361A0-B4BC-4D01-B644-EB29945DE8EE}"/>
          </ac:spMkLst>
        </pc:spChg>
        <pc:spChg chg="add mod topLvl">
          <ac:chgData name="Neale Batra" userId="7da30d73-63b6-4e7d-bbf3-35360c5b00f5" providerId="ADAL" clId="{0116E664-3F72-4398-A383-38AD5E327C99}" dt="2021-05-02T22:01:53.738" v="819" actId="1076"/>
          <ac:spMkLst>
            <pc:docMk/>
            <pc:sldMk cId="705000445" sldId="265"/>
            <ac:spMk id="26" creationId="{79CA3B66-7DD4-433E-9461-B8530C3A09B0}"/>
          </ac:spMkLst>
        </pc:spChg>
        <pc:spChg chg="add del mod">
          <ac:chgData name="Neale Batra" userId="7da30d73-63b6-4e7d-bbf3-35360c5b00f5" providerId="ADAL" clId="{0116E664-3F72-4398-A383-38AD5E327C99}" dt="2021-05-02T18:38:39.454" v="533"/>
          <ac:spMkLst>
            <pc:docMk/>
            <pc:sldMk cId="705000445" sldId="265"/>
            <ac:spMk id="27" creationId="{7B5DAFCF-7EB7-443E-A35B-19F0475773EA}"/>
          </ac:spMkLst>
        </pc:spChg>
        <pc:spChg chg="add mod">
          <ac:chgData name="Neale Batra" userId="7da30d73-63b6-4e7d-bbf3-35360c5b00f5" providerId="ADAL" clId="{0116E664-3F72-4398-A383-38AD5E327C99}" dt="2021-05-02T22:02:32.398" v="828" actId="14100"/>
          <ac:spMkLst>
            <pc:docMk/>
            <pc:sldMk cId="705000445" sldId="265"/>
            <ac:spMk id="28" creationId="{01636AC1-B0D8-4582-A509-4DC54FCC4060}"/>
          </ac:spMkLst>
        </pc:spChg>
        <pc:grpChg chg="add del mod ord">
          <ac:chgData name="Neale Batra" userId="7da30d73-63b6-4e7d-bbf3-35360c5b00f5" providerId="ADAL" clId="{0116E664-3F72-4398-A383-38AD5E327C99}" dt="2021-05-02T22:00:46.305" v="803" actId="165"/>
          <ac:grpSpMkLst>
            <pc:docMk/>
            <pc:sldMk cId="705000445" sldId="265"/>
            <ac:grpSpMk id="29" creationId="{23361DAA-6CC9-4267-B879-A148BEB509F3}"/>
          </ac:grpSpMkLst>
        </pc:grpChg>
        <pc:graphicFrameChg chg="add mod modGraphic">
          <ac:chgData name="Neale Batra" userId="7da30d73-63b6-4e7d-bbf3-35360c5b00f5" providerId="ADAL" clId="{0116E664-3F72-4398-A383-38AD5E327C99}" dt="2021-05-02T19:31:31.726" v="766" actId="20577"/>
          <ac:graphicFrameMkLst>
            <pc:docMk/>
            <pc:sldMk cId="705000445" sldId="265"/>
            <ac:graphicFrameMk id="4" creationId="{890EEEA6-4348-43D0-B4D9-47A95AF263A4}"/>
          </ac:graphicFrameMkLst>
        </pc:graphicFrameChg>
        <pc:graphicFrameChg chg="add mod modGraphic">
          <ac:chgData name="Neale Batra" userId="7da30d73-63b6-4e7d-bbf3-35360c5b00f5" providerId="ADAL" clId="{0116E664-3F72-4398-A383-38AD5E327C99}" dt="2021-05-02T19:32:47.950" v="782" actId="20577"/>
          <ac:graphicFrameMkLst>
            <pc:docMk/>
            <pc:sldMk cId="705000445" sldId="265"/>
            <ac:graphicFrameMk id="5" creationId="{9A7229F4-4F4D-439B-A6BD-5BCF5ABED603}"/>
          </ac:graphicFrameMkLst>
        </pc:graphicFrameChg>
        <pc:picChg chg="add del mod modCrop">
          <ac:chgData name="Neale Batra" userId="7da30d73-63b6-4e7d-bbf3-35360c5b00f5" providerId="ADAL" clId="{0116E664-3F72-4398-A383-38AD5E327C99}" dt="2021-05-02T18:34:26.843" v="462" actId="478"/>
          <ac:picMkLst>
            <pc:docMk/>
            <pc:sldMk cId="705000445" sldId="265"/>
            <ac:picMk id="16" creationId="{AEC5E9DC-A2F1-4A18-803B-7F69A6B6266C}"/>
          </ac:picMkLst>
        </pc:picChg>
        <pc:picChg chg="add del mod">
          <ac:chgData name="Neale Batra" userId="7da30d73-63b6-4e7d-bbf3-35360c5b00f5" providerId="ADAL" clId="{0116E664-3F72-4398-A383-38AD5E327C99}" dt="2021-05-02T18:34:58.882" v="467" actId="478"/>
          <ac:picMkLst>
            <pc:docMk/>
            <pc:sldMk cId="705000445" sldId="265"/>
            <ac:picMk id="18" creationId="{C91F59E5-AB22-40D7-8E59-332D46E84FCF}"/>
          </ac:picMkLst>
        </pc:picChg>
        <pc:picChg chg="add del mod">
          <ac:chgData name="Neale Batra" userId="7da30d73-63b6-4e7d-bbf3-35360c5b00f5" providerId="ADAL" clId="{0116E664-3F72-4398-A383-38AD5E327C99}" dt="2021-05-02T21:59:52.462" v="790" actId="478"/>
          <ac:picMkLst>
            <pc:docMk/>
            <pc:sldMk cId="705000445" sldId="265"/>
            <ac:picMk id="20" creationId="{801662A2-0AAC-4C17-B7FC-901B45748905}"/>
          </ac:picMkLst>
        </pc:picChg>
        <pc:picChg chg="add mod">
          <ac:chgData name="Neale Batra" userId="7da30d73-63b6-4e7d-bbf3-35360c5b00f5" providerId="ADAL" clId="{0116E664-3F72-4398-A383-38AD5E327C99}" dt="2021-05-02T22:01:53.738" v="819" actId="1076"/>
          <ac:picMkLst>
            <pc:docMk/>
            <pc:sldMk cId="705000445" sldId="265"/>
            <ac:picMk id="31" creationId="{BE5DC2B0-0FAA-4A28-9AD8-2C380D850A76}"/>
          </ac:picMkLst>
        </pc:picChg>
        <pc:cxnChg chg="add del mod">
          <ac:chgData name="Neale Batra" userId="7da30d73-63b6-4e7d-bbf3-35360c5b00f5" providerId="ADAL" clId="{0116E664-3F72-4398-A383-38AD5E327C99}" dt="2021-05-02T18:30:17.764" v="424" actId="478"/>
          <ac:cxnSpMkLst>
            <pc:docMk/>
            <pc:sldMk cId="705000445" sldId="265"/>
            <ac:cxnSpMk id="7" creationId="{3FDCE2DA-0BBB-4B21-B991-04D23BE6D764}"/>
          </ac:cxnSpMkLst>
        </pc:cxnChg>
      </pc:sldChg>
      <pc:sldChg chg="addSp delSp modSp add mod">
        <pc:chgData name="Neale Batra" userId="7da30d73-63b6-4e7d-bbf3-35360c5b00f5" providerId="ADAL" clId="{0116E664-3F72-4398-A383-38AD5E327C99}" dt="2021-05-02T18:54:56.670" v="687" actId="207"/>
        <pc:sldMkLst>
          <pc:docMk/>
          <pc:sldMk cId="1760760189" sldId="266"/>
        </pc:sldMkLst>
        <pc:spChg chg="del mod">
          <ac:chgData name="Neale Batra" userId="7da30d73-63b6-4e7d-bbf3-35360c5b00f5" providerId="ADAL" clId="{0116E664-3F72-4398-A383-38AD5E327C99}" dt="2021-05-02T18:48:24.454" v="633" actId="478"/>
          <ac:spMkLst>
            <pc:docMk/>
            <pc:sldMk cId="1760760189" sldId="266"/>
            <ac:spMk id="8" creationId="{803023F4-3731-4E75-BBFA-4779E32C9526}"/>
          </ac:spMkLst>
        </pc:spChg>
        <pc:spChg chg="del mod">
          <ac:chgData name="Neale Batra" userId="7da30d73-63b6-4e7d-bbf3-35360c5b00f5" providerId="ADAL" clId="{0116E664-3F72-4398-A383-38AD5E327C99}" dt="2021-05-02T18:47:20.961" v="615" actId="478"/>
          <ac:spMkLst>
            <pc:docMk/>
            <pc:sldMk cId="1760760189" sldId="266"/>
            <ac:spMk id="9" creationId="{A7333941-F4C3-4FD8-8232-D59BA149D425}"/>
          </ac:spMkLst>
        </pc:spChg>
        <pc:spChg chg="del mod">
          <ac:chgData name="Neale Batra" userId="7da30d73-63b6-4e7d-bbf3-35360c5b00f5" providerId="ADAL" clId="{0116E664-3F72-4398-A383-38AD5E327C99}" dt="2021-05-02T18:48:22.524" v="631" actId="478"/>
          <ac:spMkLst>
            <pc:docMk/>
            <pc:sldMk cId="1760760189" sldId="266"/>
            <ac:spMk id="10" creationId="{C2A0A499-8B45-4A9B-A89A-426E07517F34}"/>
          </ac:spMkLst>
        </pc:spChg>
        <pc:spChg chg="del mod">
          <ac:chgData name="Neale Batra" userId="7da30d73-63b6-4e7d-bbf3-35360c5b00f5" providerId="ADAL" clId="{0116E664-3F72-4398-A383-38AD5E327C99}" dt="2021-05-02T18:47:25.114" v="616" actId="478"/>
          <ac:spMkLst>
            <pc:docMk/>
            <pc:sldMk cId="1760760189" sldId="266"/>
            <ac:spMk id="11" creationId="{255D630E-33FD-4879-969C-88D2B3F26152}"/>
          </ac:spMkLst>
        </pc:spChg>
        <pc:spChg chg="del mod">
          <ac:chgData name="Neale Batra" userId="7da30d73-63b6-4e7d-bbf3-35360c5b00f5" providerId="ADAL" clId="{0116E664-3F72-4398-A383-38AD5E327C99}" dt="2021-05-02T18:48:23.294" v="632" actId="478"/>
          <ac:spMkLst>
            <pc:docMk/>
            <pc:sldMk cId="1760760189" sldId="266"/>
            <ac:spMk id="12" creationId="{AA75214D-7D86-47B5-8E98-ABAE7E0324CD}"/>
          </ac:spMkLst>
        </pc:spChg>
        <pc:spChg chg="del mod">
          <ac:chgData name="Neale Batra" userId="7da30d73-63b6-4e7d-bbf3-35360c5b00f5" providerId="ADAL" clId="{0116E664-3F72-4398-A383-38AD5E327C99}" dt="2021-05-02T18:47:20.488" v="614" actId="478"/>
          <ac:spMkLst>
            <pc:docMk/>
            <pc:sldMk cId="1760760189" sldId="266"/>
            <ac:spMk id="13" creationId="{E78CC78F-A581-427A-8CBF-C78093473DED}"/>
          </ac:spMkLst>
        </pc:spChg>
        <pc:spChg chg="mod">
          <ac:chgData name="Neale Batra" userId="7da30d73-63b6-4e7d-bbf3-35360c5b00f5" providerId="ADAL" clId="{0116E664-3F72-4398-A383-38AD5E327C99}" dt="2021-05-02T18:54:15.150" v="685" actId="1076"/>
          <ac:spMkLst>
            <pc:docMk/>
            <pc:sldMk cId="1760760189" sldId="266"/>
            <ac:spMk id="14" creationId="{D83D0EEA-53AA-475A-B21A-EC9F8733A88F}"/>
          </ac:spMkLst>
        </pc:spChg>
        <pc:spChg chg="del">
          <ac:chgData name="Neale Batra" userId="7da30d73-63b6-4e7d-bbf3-35360c5b00f5" providerId="ADAL" clId="{0116E664-3F72-4398-A383-38AD5E327C99}" dt="2021-05-02T18:48:34.201" v="634" actId="478"/>
          <ac:spMkLst>
            <pc:docMk/>
            <pc:sldMk cId="1760760189" sldId="266"/>
            <ac:spMk id="21" creationId="{EAA09F04-497B-45F5-9B47-B3C354CCFC8A}"/>
          </ac:spMkLst>
        </pc:spChg>
        <pc:spChg chg="add del mod">
          <ac:chgData name="Neale Batra" userId="7da30d73-63b6-4e7d-bbf3-35360c5b00f5" providerId="ADAL" clId="{0116E664-3F72-4398-A383-38AD5E327C99}" dt="2021-05-02T18:53:56.468" v="681" actId="478"/>
          <ac:spMkLst>
            <pc:docMk/>
            <pc:sldMk cId="1760760189" sldId="266"/>
            <ac:spMk id="22" creationId="{CAEAFE98-9520-43E0-9FCF-A13F3A33395D}"/>
          </ac:spMkLst>
        </pc:spChg>
        <pc:spChg chg="mod">
          <ac:chgData name="Neale Batra" userId="7da30d73-63b6-4e7d-bbf3-35360c5b00f5" providerId="ADAL" clId="{0116E664-3F72-4398-A383-38AD5E327C99}" dt="2021-05-02T18:44:52.946" v="599" actId="1076"/>
          <ac:spMkLst>
            <pc:docMk/>
            <pc:sldMk cId="1760760189" sldId="266"/>
            <ac:spMk id="23" creationId="{913FC8C4-E6E4-4952-A271-42FCFC62A510}"/>
          </ac:spMkLst>
        </pc:spChg>
        <pc:spChg chg="mod">
          <ac:chgData name="Neale Batra" userId="7da30d73-63b6-4e7d-bbf3-35360c5b00f5" providerId="ADAL" clId="{0116E664-3F72-4398-A383-38AD5E327C99}" dt="2021-05-02T18:48:40.540" v="636" actId="14100"/>
          <ac:spMkLst>
            <pc:docMk/>
            <pc:sldMk cId="1760760189" sldId="266"/>
            <ac:spMk id="24" creationId="{E28A6C9F-CA46-410A-8F96-BFA5FA61291A}"/>
          </ac:spMkLst>
        </pc:spChg>
        <pc:spChg chg="mod">
          <ac:chgData name="Neale Batra" userId="7da30d73-63b6-4e7d-bbf3-35360c5b00f5" providerId="ADAL" clId="{0116E664-3F72-4398-A383-38AD5E327C99}" dt="2021-05-02T18:44:52.946" v="599" actId="1076"/>
          <ac:spMkLst>
            <pc:docMk/>
            <pc:sldMk cId="1760760189" sldId="266"/>
            <ac:spMk id="25" creationId="{FC3361A0-B4BC-4D01-B644-EB29945DE8EE}"/>
          </ac:spMkLst>
        </pc:spChg>
        <pc:spChg chg="mod">
          <ac:chgData name="Neale Batra" userId="7da30d73-63b6-4e7d-bbf3-35360c5b00f5" providerId="ADAL" clId="{0116E664-3F72-4398-A383-38AD5E327C99}" dt="2021-05-02T18:48:44.414" v="638" actId="14100"/>
          <ac:spMkLst>
            <pc:docMk/>
            <pc:sldMk cId="1760760189" sldId="266"/>
            <ac:spMk id="26" creationId="{79CA3B66-7DD4-433E-9461-B8530C3A09B0}"/>
          </ac:spMkLst>
        </pc:spChg>
        <pc:spChg chg="add del mod">
          <ac:chgData name="Neale Batra" userId="7da30d73-63b6-4e7d-bbf3-35360c5b00f5" providerId="ADAL" clId="{0116E664-3F72-4398-A383-38AD5E327C99}" dt="2021-05-02T18:53:56.468" v="681" actId="478"/>
          <ac:spMkLst>
            <pc:docMk/>
            <pc:sldMk cId="1760760189" sldId="266"/>
            <ac:spMk id="27" creationId="{EAF1DAE5-0505-4656-8503-BFEEA682E74D}"/>
          </ac:spMkLst>
        </pc:spChg>
        <pc:spChg chg="mod">
          <ac:chgData name="Neale Batra" userId="7da30d73-63b6-4e7d-bbf3-35360c5b00f5" providerId="ADAL" clId="{0116E664-3F72-4398-A383-38AD5E327C99}" dt="2021-05-02T18:54:56.670" v="687" actId="207"/>
          <ac:spMkLst>
            <pc:docMk/>
            <pc:sldMk cId="1760760189" sldId="266"/>
            <ac:spMk id="28" creationId="{01636AC1-B0D8-4582-A509-4DC54FCC4060}"/>
          </ac:spMkLst>
        </pc:spChg>
        <pc:spChg chg="add del mod">
          <ac:chgData name="Neale Batra" userId="7da30d73-63b6-4e7d-bbf3-35360c5b00f5" providerId="ADAL" clId="{0116E664-3F72-4398-A383-38AD5E327C99}" dt="2021-05-02T18:53:56.468" v="681" actId="478"/>
          <ac:spMkLst>
            <pc:docMk/>
            <pc:sldMk cId="1760760189" sldId="266"/>
            <ac:spMk id="30" creationId="{079D6BF1-7E8C-4918-94C2-398269FCADC9}"/>
          </ac:spMkLst>
        </pc:spChg>
        <pc:spChg chg="add del mod">
          <ac:chgData name="Neale Batra" userId="7da30d73-63b6-4e7d-bbf3-35360c5b00f5" providerId="ADAL" clId="{0116E664-3F72-4398-A383-38AD5E327C99}" dt="2021-05-02T18:53:56.468" v="681" actId="478"/>
          <ac:spMkLst>
            <pc:docMk/>
            <pc:sldMk cId="1760760189" sldId="266"/>
            <ac:spMk id="31" creationId="{75B18C30-7C02-4AF3-9EC6-5F807B91DAA4}"/>
          </ac:spMkLst>
        </pc:spChg>
        <pc:spChg chg="add mod">
          <ac:chgData name="Neale Batra" userId="7da30d73-63b6-4e7d-bbf3-35360c5b00f5" providerId="ADAL" clId="{0116E664-3F72-4398-A383-38AD5E327C99}" dt="2021-05-02T18:49:54.899" v="651" actId="1076"/>
          <ac:spMkLst>
            <pc:docMk/>
            <pc:sldMk cId="1760760189" sldId="266"/>
            <ac:spMk id="32" creationId="{FE244CA6-C13E-4CAA-8DB3-BD5B8104307E}"/>
          </ac:spMkLst>
        </pc:spChg>
        <pc:spChg chg="add mod">
          <ac:chgData name="Neale Batra" userId="7da30d73-63b6-4e7d-bbf3-35360c5b00f5" providerId="ADAL" clId="{0116E664-3F72-4398-A383-38AD5E327C99}" dt="2021-05-02T18:49:48.474" v="650" actId="1076"/>
          <ac:spMkLst>
            <pc:docMk/>
            <pc:sldMk cId="1760760189" sldId="266"/>
            <ac:spMk id="33" creationId="{5324D6D8-4B5A-454B-9F47-D8688CAB5FB0}"/>
          </ac:spMkLst>
        </pc:spChg>
        <pc:spChg chg="add mod">
          <ac:chgData name="Neale Batra" userId="7da30d73-63b6-4e7d-bbf3-35360c5b00f5" providerId="ADAL" clId="{0116E664-3F72-4398-A383-38AD5E327C99}" dt="2021-05-02T18:49:56.779" v="652" actId="1076"/>
          <ac:spMkLst>
            <pc:docMk/>
            <pc:sldMk cId="1760760189" sldId="266"/>
            <ac:spMk id="34" creationId="{31AB57ED-0567-4146-89B9-41F82E93FE4E}"/>
          </ac:spMkLst>
        </pc:spChg>
        <pc:spChg chg="add mod">
          <ac:chgData name="Neale Batra" userId="7da30d73-63b6-4e7d-bbf3-35360c5b00f5" providerId="ADAL" clId="{0116E664-3F72-4398-A383-38AD5E327C99}" dt="2021-05-02T18:50:00.469" v="653" actId="1076"/>
          <ac:spMkLst>
            <pc:docMk/>
            <pc:sldMk cId="1760760189" sldId="266"/>
            <ac:spMk id="35" creationId="{1E9F65E8-B615-487A-95A8-F7F0B01693E9}"/>
          </ac:spMkLst>
        </pc:spChg>
        <pc:spChg chg="add mod">
          <ac:chgData name="Neale Batra" userId="7da30d73-63b6-4e7d-bbf3-35360c5b00f5" providerId="ADAL" clId="{0116E664-3F72-4398-A383-38AD5E327C99}" dt="2021-05-02T18:50:39.115" v="655" actId="1076"/>
          <ac:spMkLst>
            <pc:docMk/>
            <pc:sldMk cId="1760760189" sldId="266"/>
            <ac:spMk id="36" creationId="{774B9C6D-9533-464D-842F-41A763BD6930}"/>
          </ac:spMkLst>
        </pc:spChg>
        <pc:spChg chg="add mod">
          <ac:chgData name="Neale Batra" userId="7da30d73-63b6-4e7d-bbf3-35360c5b00f5" providerId="ADAL" clId="{0116E664-3F72-4398-A383-38AD5E327C99}" dt="2021-05-02T18:50:45.033" v="657" actId="1076"/>
          <ac:spMkLst>
            <pc:docMk/>
            <pc:sldMk cId="1760760189" sldId="266"/>
            <ac:spMk id="37" creationId="{5BEFC43E-F432-4E8C-AED1-4DD2543435A3}"/>
          </ac:spMkLst>
        </pc:spChg>
        <pc:spChg chg="add mod">
          <ac:chgData name="Neale Batra" userId="7da30d73-63b6-4e7d-bbf3-35360c5b00f5" providerId="ADAL" clId="{0116E664-3F72-4398-A383-38AD5E327C99}" dt="2021-05-02T18:50:52.367" v="659" actId="1076"/>
          <ac:spMkLst>
            <pc:docMk/>
            <pc:sldMk cId="1760760189" sldId="266"/>
            <ac:spMk id="38" creationId="{BD3976F0-0707-4BAF-B934-2F48608C7D24}"/>
          </ac:spMkLst>
        </pc:spChg>
        <pc:spChg chg="add mod">
          <ac:chgData name="Neale Batra" userId="7da30d73-63b6-4e7d-bbf3-35360c5b00f5" providerId="ADAL" clId="{0116E664-3F72-4398-A383-38AD5E327C99}" dt="2021-05-02T18:50:58.875" v="661" actId="1076"/>
          <ac:spMkLst>
            <pc:docMk/>
            <pc:sldMk cId="1760760189" sldId="266"/>
            <ac:spMk id="39" creationId="{3B06C389-FBD7-481B-AAC4-399FF1A27286}"/>
          </ac:spMkLst>
        </pc:spChg>
        <pc:spChg chg="add mod">
          <ac:chgData name="Neale Batra" userId="7da30d73-63b6-4e7d-bbf3-35360c5b00f5" providerId="ADAL" clId="{0116E664-3F72-4398-A383-38AD5E327C99}" dt="2021-05-02T18:51:14.319" v="663" actId="1076"/>
          <ac:spMkLst>
            <pc:docMk/>
            <pc:sldMk cId="1760760189" sldId="266"/>
            <ac:spMk id="40" creationId="{18D85D31-EB07-447E-8766-C3E096268A7D}"/>
          </ac:spMkLst>
        </pc:spChg>
        <pc:spChg chg="add mod">
          <ac:chgData name="Neale Batra" userId="7da30d73-63b6-4e7d-bbf3-35360c5b00f5" providerId="ADAL" clId="{0116E664-3F72-4398-A383-38AD5E327C99}" dt="2021-05-02T18:51:14.319" v="663" actId="1076"/>
          <ac:spMkLst>
            <pc:docMk/>
            <pc:sldMk cId="1760760189" sldId="266"/>
            <ac:spMk id="41" creationId="{F72635C3-0564-4186-878F-B61EDE7DA021}"/>
          </ac:spMkLst>
        </pc:spChg>
        <pc:spChg chg="add mod">
          <ac:chgData name="Neale Batra" userId="7da30d73-63b6-4e7d-bbf3-35360c5b00f5" providerId="ADAL" clId="{0116E664-3F72-4398-A383-38AD5E327C99}" dt="2021-05-02T18:51:14.319" v="663" actId="1076"/>
          <ac:spMkLst>
            <pc:docMk/>
            <pc:sldMk cId="1760760189" sldId="266"/>
            <ac:spMk id="42" creationId="{D3EDAC1C-1E0F-497E-A995-CC18A3F701F8}"/>
          </ac:spMkLst>
        </pc:spChg>
        <pc:spChg chg="add mod">
          <ac:chgData name="Neale Batra" userId="7da30d73-63b6-4e7d-bbf3-35360c5b00f5" providerId="ADAL" clId="{0116E664-3F72-4398-A383-38AD5E327C99}" dt="2021-05-02T18:51:14.319" v="663" actId="1076"/>
          <ac:spMkLst>
            <pc:docMk/>
            <pc:sldMk cId="1760760189" sldId="266"/>
            <ac:spMk id="43" creationId="{FED4AEC1-65E9-4B93-90D6-316F2921402E}"/>
          </ac:spMkLst>
        </pc:spChg>
        <pc:spChg chg="add mod">
          <ac:chgData name="Neale Batra" userId="7da30d73-63b6-4e7d-bbf3-35360c5b00f5" providerId="ADAL" clId="{0116E664-3F72-4398-A383-38AD5E327C99}" dt="2021-05-02T18:51:19.035" v="665" actId="1076"/>
          <ac:spMkLst>
            <pc:docMk/>
            <pc:sldMk cId="1760760189" sldId="266"/>
            <ac:spMk id="44" creationId="{DF85A5B4-3C11-46CE-BB23-D1F069B5CD4C}"/>
          </ac:spMkLst>
        </pc:spChg>
        <pc:spChg chg="add mod">
          <ac:chgData name="Neale Batra" userId="7da30d73-63b6-4e7d-bbf3-35360c5b00f5" providerId="ADAL" clId="{0116E664-3F72-4398-A383-38AD5E327C99}" dt="2021-05-02T18:51:19.035" v="665" actId="1076"/>
          <ac:spMkLst>
            <pc:docMk/>
            <pc:sldMk cId="1760760189" sldId="266"/>
            <ac:spMk id="45" creationId="{5316FB0B-0DB2-46C9-A670-6D26CBD63924}"/>
          </ac:spMkLst>
        </pc:spChg>
        <pc:spChg chg="add mod">
          <ac:chgData name="Neale Batra" userId="7da30d73-63b6-4e7d-bbf3-35360c5b00f5" providerId="ADAL" clId="{0116E664-3F72-4398-A383-38AD5E327C99}" dt="2021-05-02T18:51:19.035" v="665" actId="1076"/>
          <ac:spMkLst>
            <pc:docMk/>
            <pc:sldMk cId="1760760189" sldId="266"/>
            <ac:spMk id="46" creationId="{D7B8F5D6-B4AD-485D-8B89-561EFDB80C76}"/>
          </ac:spMkLst>
        </pc:spChg>
        <pc:spChg chg="add mod">
          <ac:chgData name="Neale Batra" userId="7da30d73-63b6-4e7d-bbf3-35360c5b00f5" providerId="ADAL" clId="{0116E664-3F72-4398-A383-38AD5E327C99}" dt="2021-05-02T18:51:19.035" v="665" actId="1076"/>
          <ac:spMkLst>
            <pc:docMk/>
            <pc:sldMk cId="1760760189" sldId="266"/>
            <ac:spMk id="47" creationId="{4145F703-DC88-4F3C-ADEC-BFC2103F42A2}"/>
          </ac:spMkLst>
        </pc:spChg>
        <pc:spChg chg="add mod">
          <ac:chgData name="Neale Batra" userId="7da30d73-63b6-4e7d-bbf3-35360c5b00f5" providerId="ADAL" clId="{0116E664-3F72-4398-A383-38AD5E327C99}" dt="2021-05-02T18:52:14.277" v="672" actId="1076"/>
          <ac:spMkLst>
            <pc:docMk/>
            <pc:sldMk cId="1760760189" sldId="266"/>
            <ac:spMk id="48" creationId="{2527E107-9004-4FD5-A0C7-607B0649E482}"/>
          </ac:spMkLst>
        </pc:spChg>
        <pc:spChg chg="add mod">
          <ac:chgData name="Neale Batra" userId="7da30d73-63b6-4e7d-bbf3-35360c5b00f5" providerId="ADAL" clId="{0116E664-3F72-4398-A383-38AD5E327C99}" dt="2021-05-02T18:52:14.277" v="672" actId="1076"/>
          <ac:spMkLst>
            <pc:docMk/>
            <pc:sldMk cId="1760760189" sldId="266"/>
            <ac:spMk id="49" creationId="{65BB60BE-5CD7-4CC8-A813-66F135A14B57}"/>
          </ac:spMkLst>
        </pc:spChg>
        <pc:spChg chg="add mod">
          <ac:chgData name="Neale Batra" userId="7da30d73-63b6-4e7d-bbf3-35360c5b00f5" providerId="ADAL" clId="{0116E664-3F72-4398-A383-38AD5E327C99}" dt="2021-05-02T18:52:14.277" v="672" actId="1076"/>
          <ac:spMkLst>
            <pc:docMk/>
            <pc:sldMk cId="1760760189" sldId="266"/>
            <ac:spMk id="50" creationId="{765C1EAF-1195-4F06-A298-4B52E44246CC}"/>
          </ac:spMkLst>
        </pc:spChg>
        <pc:spChg chg="add mod">
          <ac:chgData name="Neale Batra" userId="7da30d73-63b6-4e7d-bbf3-35360c5b00f5" providerId="ADAL" clId="{0116E664-3F72-4398-A383-38AD5E327C99}" dt="2021-05-02T18:52:14.277" v="672" actId="1076"/>
          <ac:spMkLst>
            <pc:docMk/>
            <pc:sldMk cId="1760760189" sldId="266"/>
            <ac:spMk id="51" creationId="{D2987071-324A-4467-82D5-43C5F8290EE9}"/>
          </ac:spMkLst>
        </pc:spChg>
        <pc:spChg chg="add mod">
          <ac:chgData name="Neale Batra" userId="7da30d73-63b6-4e7d-bbf3-35360c5b00f5" providerId="ADAL" clId="{0116E664-3F72-4398-A383-38AD5E327C99}" dt="2021-05-02T18:51:51.532" v="670" actId="1076"/>
          <ac:spMkLst>
            <pc:docMk/>
            <pc:sldMk cId="1760760189" sldId="266"/>
            <ac:spMk id="52" creationId="{67A9D1AC-1182-423D-BB3F-7FEB1EF4061D}"/>
          </ac:spMkLst>
        </pc:spChg>
        <pc:spChg chg="add mod">
          <ac:chgData name="Neale Batra" userId="7da30d73-63b6-4e7d-bbf3-35360c5b00f5" providerId="ADAL" clId="{0116E664-3F72-4398-A383-38AD5E327C99}" dt="2021-05-02T18:51:51.532" v="670" actId="1076"/>
          <ac:spMkLst>
            <pc:docMk/>
            <pc:sldMk cId="1760760189" sldId="266"/>
            <ac:spMk id="53" creationId="{FF23D4FE-2757-481B-B43D-D897386B3EE6}"/>
          </ac:spMkLst>
        </pc:spChg>
        <pc:spChg chg="add mod">
          <ac:chgData name="Neale Batra" userId="7da30d73-63b6-4e7d-bbf3-35360c5b00f5" providerId="ADAL" clId="{0116E664-3F72-4398-A383-38AD5E327C99}" dt="2021-05-02T18:51:51.532" v="670" actId="1076"/>
          <ac:spMkLst>
            <pc:docMk/>
            <pc:sldMk cId="1760760189" sldId="266"/>
            <ac:spMk id="54" creationId="{2E542A78-C534-4687-8105-D86F841851E8}"/>
          </ac:spMkLst>
        </pc:spChg>
        <pc:spChg chg="add mod">
          <ac:chgData name="Neale Batra" userId="7da30d73-63b6-4e7d-bbf3-35360c5b00f5" providerId="ADAL" clId="{0116E664-3F72-4398-A383-38AD5E327C99}" dt="2021-05-02T18:51:51.532" v="670" actId="1076"/>
          <ac:spMkLst>
            <pc:docMk/>
            <pc:sldMk cId="1760760189" sldId="266"/>
            <ac:spMk id="55" creationId="{05B70B2A-5505-448B-AACC-1E27DBA1B8DF}"/>
          </ac:spMkLst>
        </pc:spChg>
        <pc:spChg chg="add del mod">
          <ac:chgData name="Neale Batra" userId="7da30d73-63b6-4e7d-bbf3-35360c5b00f5" providerId="ADAL" clId="{0116E664-3F72-4398-A383-38AD5E327C99}" dt="2021-05-02T18:53:02.120" v="676" actId="478"/>
          <ac:spMkLst>
            <pc:docMk/>
            <pc:sldMk cId="1760760189" sldId="266"/>
            <ac:spMk id="56" creationId="{E14FE453-082B-4761-B495-0D63F61B573E}"/>
          </ac:spMkLst>
        </pc:spChg>
        <pc:spChg chg="add mod">
          <ac:chgData name="Neale Batra" userId="7da30d73-63b6-4e7d-bbf3-35360c5b00f5" providerId="ADAL" clId="{0116E664-3F72-4398-A383-38AD5E327C99}" dt="2021-05-02T18:53:14.479" v="678" actId="1076"/>
          <ac:spMkLst>
            <pc:docMk/>
            <pc:sldMk cId="1760760189" sldId="266"/>
            <ac:spMk id="57" creationId="{64B1A099-783C-452A-A790-4676F5F17E9F}"/>
          </ac:spMkLst>
        </pc:spChg>
        <pc:spChg chg="add mod">
          <ac:chgData name="Neale Batra" userId="7da30d73-63b6-4e7d-bbf3-35360c5b00f5" providerId="ADAL" clId="{0116E664-3F72-4398-A383-38AD5E327C99}" dt="2021-05-02T18:53:14.479" v="678" actId="1076"/>
          <ac:spMkLst>
            <pc:docMk/>
            <pc:sldMk cId="1760760189" sldId="266"/>
            <ac:spMk id="58" creationId="{A810E2C3-41F7-45E8-AE38-2DAA6DE093E9}"/>
          </ac:spMkLst>
        </pc:spChg>
        <pc:spChg chg="add mod">
          <ac:chgData name="Neale Batra" userId="7da30d73-63b6-4e7d-bbf3-35360c5b00f5" providerId="ADAL" clId="{0116E664-3F72-4398-A383-38AD5E327C99}" dt="2021-05-02T18:53:14.479" v="678" actId="1076"/>
          <ac:spMkLst>
            <pc:docMk/>
            <pc:sldMk cId="1760760189" sldId="266"/>
            <ac:spMk id="59" creationId="{8148DCE5-9C1B-40A9-9B33-8BAC640C00A4}"/>
          </ac:spMkLst>
        </pc:spChg>
        <pc:spChg chg="add mod">
          <ac:chgData name="Neale Batra" userId="7da30d73-63b6-4e7d-bbf3-35360c5b00f5" providerId="ADAL" clId="{0116E664-3F72-4398-A383-38AD5E327C99}" dt="2021-05-02T18:53:14.479" v="678" actId="1076"/>
          <ac:spMkLst>
            <pc:docMk/>
            <pc:sldMk cId="1760760189" sldId="266"/>
            <ac:spMk id="60" creationId="{9818E619-2701-4A93-BB3F-1CD81EC54085}"/>
          </ac:spMkLst>
        </pc:spChg>
        <pc:spChg chg="add mod">
          <ac:chgData name="Neale Batra" userId="7da30d73-63b6-4e7d-bbf3-35360c5b00f5" providerId="ADAL" clId="{0116E664-3F72-4398-A383-38AD5E327C99}" dt="2021-05-02T18:53:14.479" v="678" actId="1076"/>
          <ac:spMkLst>
            <pc:docMk/>
            <pc:sldMk cId="1760760189" sldId="266"/>
            <ac:spMk id="61" creationId="{3BDDD015-3AF8-4B46-B1ED-376FEEA7B92F}"/>
          </ac:spMkLst>
        </pc:spChg>
        <pc:spChg chg="add mod">
          <ac:chgData name="Neale Batra" userId="7da30d73-63b6-4e7d-bbf3-35360c5b00f5" providerId="ADAL" clId="{0116E664-3F72-4398-A383-38AD5E327C99}" dt="2021-05-02T18:53:14.479" v="678" actId="1076"/>
          <ac:spMkLst>
            <pc:docMk/>
            <pc:sldMk cId="1760760189" sldId="266"/>
            <ac:spMk id="62" creationId="{0D825E78-F585-4B7B-8ED6-910699491586}"/>
          </ac:spMkLst>
        </pc:spChg>
        <pc:spChg chg="add mod">
          <ac:chgData name="Neale Batra" userId="7da30d73-63b6-4e7d-bbf3-35360c5b00f5" providerId="ADAL" clId="{0116E664-3F72-4398-A383-38AD5E327C99}" dt="2021-05-02T18:53:14.479" v="678" actId="1076"/>
          <ac:spMkLst>
            <pc:docMk/>
            <pc:sldMk cId="1760760189" sldId="266"/>
            <ac:spMk id="63" creationId="{53CDF7F1-CB54-4398-A35F-50B0F95E2364}"/>
          </ac:spMkLst>
        </pc:spChg>
        <pc:spChg chg="add mod">
          <ac:chgData name="Neale Batra" userId="7da30d73-63b6-4e7d-bbf3-35360c5b00f5" providerId="ADAL" clId="{0116E664-3F72-4398-A383-38AD5E327C99}" dt="2021-05-02T18:53:14.479" v="678" actId="1076"/>
          <ac:spMkLst>
            <pc:docMk/>
            <pc:sldMk cId="1760760189" sldId="266"/>
            <ac:spMk id="64" creationId="{7E9F4A9E-43E3-4F29-B7AB-95681A93F82C}"/>
          </ac:spMkLst>
        </pc:spChg>
        <pc:spChg chg="add mod">
          <ac:chgData name="Neale Batra" userId="7da30d73-63b6-4e7d-bbf3-35360c5b00f5" providerId="ADAL" clId="{0116E664-3F72-4398-A383-38AD5E327C99}" dt="2021-05-02T18:53:14.479" v="678" actId="1076"/>
          <ac:spMkLst>
            <pc:docMk/>
            <pc:sldMk cId="1760760189" sldId="266"/>
            <ac:spMk id="65" creationId="{DD8B60B2-BFFA-441C-9A64-743DED93CCF7}"/>
          </ac:spMkLst>
        </pc:spChg>
        <pc:spChg chg="add mod">
          <ac:chgData name="Neale Batra" userId="7da30d73-63b6-4e7d-bbf3-35360c5b00f5" providerId="ADAL" clId="{0116E664-3F72-4398-A383-38AD5E327C99}" dt="2021-05-02T18:53:14.479" v="678" actId="1076"/>
          <ac:spMkLst>
            <pc:docMk/>
            <pc:sldMk cId="1760760189" sldId="266"/>
            <ac:spMk id="66" creationId="{36904D8E-8915-47E2-982F-801033C9EB2D}"/>
          </ac:spMkLst>
        </pc:spChg>
        <pc:spChg chg="add mod">
          <ac:chgData name="Neale Batra" userId="7da30d73-63b6-4e7d-bbf3-35360c5b00f5" providerId="ADAL" clId="{0116E664-3F72-4398-A383-38AD5E327C99}" dt="2021-05-02T18:53:14.479" v="678" actId="1076"/>
          <ac:spMkLst>
            <pc:docMk/>
            <pc:sldMk cId="1760760189" sldId="266"/>
            <ac:spMk id="67" creationId="{4AB7E9E9-C12F-4B4F-9CED-8B9C8A9892B4}"/>
          </ac:spMkLst>
        </pc:spChg>
        <pc:spChg chg="add mod">
          <ac:chgData name="Neale Batra" userId="7da30d73-63b6-4e7d-bbf3-35360c5b00f5" providerId="ADAL" clId="{0116E664-3F72-4398-A383-38AD5E327C99}" dt="2021-05-02T18:53:14.479" v="678" actId="1076"/>
          <ac:spMkLst>
            <pc:docMk/>
            <pc:sldMk cId="1760760189" sldId="266"/>
            <ac:spMk id="68" creationId="{77B6304C-3DF7-4128-8A18-75796D56CAE2}"/>
          </ac:spMkLst>
        </pc:spChg>
        <pc:spChg chg="add mod">
          <ac:chgData name="Neale Batra" userId="7da30d73-63b6-4e7d-bbf3-35360c5b00f5" providerId="ADAL" clId="{0116E664-3F72-4398-A383-38AD5E327C99}" dt="2021-05-02T18:53:27.709" v="680" actId="1076"/>
          <ac:spMkLst>
            <pc:docMk/>
            <pc:sldMk cId="1760760189" sldId="266"/>
            <ac:spMk id="69" creationId="{6A02A88E-9007-4149-9B2F-0B2F78166DE9}"/>
          </ac:spMkLst>
        </pc:spChg>
        <pc:spChg chg="add mod">
          <ac:chgData name="Neale Batra" userId="7da30d73-63b6-4e7d-bbf3-35360c5b00f5" providerId="ADAL" clId="{0116E664-3F72-4398-A383-38AD5E327C99}" dt="2021-05-02T18:53:27.709" v="680" actId="1076"/>
          <ac:spMkLst>
            <pc:docMk/>
            <pc:sldMk cId="1760760189" sldId="266"/>
            <ac:spMk id="70" creationId="{04CBD221-4BED-41E9-A97E-A943898061AE}"/>
          </ac:spMkLst>
        </pc:spChg>
        <pc:spChg chg="add mod">
          <ac:chgData name="Neale Batra" userId="7da30d73-63b6-4e7d-bbf3-35360c5b00f5" providerId="ADAL" clId="{0116E664-3F72-4398-A383-38AD5E327C99}" dt="2021-05-02T18:53:27.709" v="680" actId="1076"/>
          <ac:spMkLst>
            <pc:docMk/>
            <pc:sldMk cId="1760760189" sldId="266"/>
            <ac:spMk id="71" creationId="{11DF8B5F-70F4-499E-B2A8-3B55482A89DB}"/>
          </ac:spMkLst>
        </pc:spChg>
        <pc:spChg chg="add mod">
          <ac:chgData name="Neale Batra" userId="7da30d73-63b6-4e7d-bbf3-35360c5b00f5" providerId="ADAL" clId="{0116E664-3F72-4398-A383-38AD5E327C99}" dt="2021-05-02T18:53:27.709" v="680" actId="1076"/>
          <ac:spMkLst>
            <pc:docMk/>
            <pc:sldMk cId="1760760189" sldId="266"/>
            <ac:spMk id="72" creationId="{A9A06C11-F12F-4ACF-A05D-0D5EF9807B15}"/>
          </ac:spMkLst>
        </pc:spChg>
        <pc:grpChg chg="mod">
          <ac:chgData name="Neale Batra" userId="7da30d73-63b6-4e7d-bbf3-35360c5b00f5" providerId="ADAL" clId="{0116E664-3F72-4398-A383-38AD5E327C99}" dt="2021-05-02T18:54:23.002" v="686" actId="1076"/>
          <ac:grpSpMkLst>
            <pc:docMk/>
            <pc:sldMk cId="1760760189" sldId="266"/>
            <ac:grpSpMk id="29" creationId="{23361DAA-6CC9-4267-B879-A148BEB509F3}"/>
          </ac:grpSpMkLst>
        </pc:grpChg>
        <pc:graphicFrameChg chg="mod">
          <ac:chgData name="Neale Batra" userId="7da30d73-63b6-4e7d-bbf3-35360c5b00f5" providerId="ADAL" clId="{0116E664-3F72-4398-A383-38AD5E327C99}" dt="2021-05-02T18:45:04.692" v="602" actId="1076"/>
          <ac:graphicFrameMkLst>
            <pc:docMk/>
            <pc:sldMk cId="1760760189" sldId="266"/>
            <ac:graphicFrameMk id="4" creationId="{890EEEA6-4348-43D0-B4D9-47A95AF263A4}"/>
          </ac:graphicFrameMkLst>
        </pc:graphicFrameChg>
        <pc:graphicFrameChg chg="mod">
          <ac:chgData name="Neale Batra" userId="7da30d73-63b6-4e7d-bbf3-35360c5b00f5" providerId="ADAL" clId="{0116E664-3F72-4398-A383-38AD5E327C99}" dt="2021-05-02T18:44:52.946" v="599" actId="1076"/>
          <ac:graphicFrameMkLst>
            <pc:docMk/>
            <pc:sldMk cId="1760760189" sldId="266"/>
            <ac:graphicFrameMk id="5" creationId="{9A7229F4-4F4D-439B-A6BD-5BCF5ABED603}"/>
          </ac:graphicFrameMkLst>
        </pc:graphicFrameChg>
        <pc:picChg chg="add mod ord">
          <ac:chgData name="Neale Batra" userId="7da30d73-63b6-4e7d-bbf3-35360c5b00f5" providerId="ADAL" clId="{0116E664-3F72-4398-A383-38AD5E327C99}" dt="2021-05-02T18:54:23.002" v="686" actId="1076"/>
          <ac:picMkLst>
            <pc:docMk/>
            <pc:sldMk cId="1760760189" sldId="266"/>
            <ac:picMk id="3" creationId="{2858551C-9309-4338-BC00-F01882D15E33}"/>
          </ac:picMkLst>
        </pc:picChg>
        <pc:picChg chg="del">
          <ac:chgData name="Neale Batra" userId="7da30d73-63b6-4e7d-bbf3-35360c5b00f5" providerId="ADAL" clId="{0116E664-3F72-4398-A383-38AD5E327C99}" dt="2021-05-02T18:47:06.345" v="610" actId="478"/>
          <ac:picMkLst>
            <pc:docMk/>
            <pc:sldMk cId="1760760189" sldId="266"/>
            <ac:picMk id="20" creationId="{801662A2-0AAC-4C17-B7FC-901B45748905}"/>
          </ac:picMkLst>
        </pc:picChg>
      </pc:sldChg>
      <pc:sldChg chg="addSp delSp modSp add mod">
        <pc:chgData name="Neale Batra" userId="7da30d73-63b6-4e7d-bbf3-35360c5b00f5" providerId="ADAL" clId="{0116E664-3F72-4398-A383-38AD5E327C99}" dt="2021-05-02T22:04:55.333" v="851" actId="1076"/>
        <pc:sldMkLst>
          <pc:docMk/>
          <pc:sldMk cId="2029335238" sldId="267"/>
        </pc:sldMkLst>
        <pc:spChg chg="mod">
          <ac:chgData name="Neale Batra" userId="7da30d73-63b6-4e7d-bbf3-35360c5b00f5" providerId="ADAL" clId="{0116E664-3F72-4398-A383-38AD5E327C99}" dt="2021-05-02T22:04:10.514" v="838" actId="1076"/>
          <ac:spMkLst>
            <pc:docMk/>
            <pc:sldMk cId="2029335238" sldId="267"/>
            <ac:spMk id="14" creationId="{D83D0EEA-53AA-475A-B21A-EC9F8733A88F}"/>
          </ac:spMkLst>
        </pc:spChg>
        <pc:spChg chg="mod">
          <ac:chgData name="Neale Batra" userId="7da30d73-63b6-4e7d-bbf3-35360c5b00f5" providerId="ADAL" clId="{0116E664-3F72-4398-A383-38AD5E327C99}" dt="2021-05-02T19:32:18.039" v="776" actId="1076"/>
          <ac:spMkLst>
            <pc:docMk/>
            <pc:sldMk cId="2029335238" sldId="267"/>
            <ac:spMk id="23" creationId="{913FC8C4-E6E4-4952-A271-42FCFC62A510}"/>
          </ac:spMkLst>
        </pc:spChg>
        <pc:spChg chg="mod ord topLvl">
          <ac:chgData name="Neale Batra" userId="7da30d73-63b6-4e7d-bbf3-35360c5b00f5" providerId="ADAL" clId="{0116E664-3F72-4398-A383-38AD5E327C99}" dt="2021-05-02T22:04:55.333" v="851" actId="1076"/>
          <ac:spMkLst>
            <pc:docMk/>
            <pc:sldMk cId="2029335238" sldId="267"/>
            <ac:spMk id="24" creationId="{E28A6C9F-CA46-410A-8F96-BFA5FA61291A}"/>
          </ac:spMkLst>
        </pc:spChg>
        <pc:spChg chg="mod">
          <ac:chgData name="Neale Batra" userId="7da30d73-63b6-4e7d-bbf3-35360c5b00f5" providerId="ADAL" clId="{0116E664-3F72-4398-A383-38AD5E327C99}" dt="2021-05-02T19:32:15.895" v="775" actId="1076"/>
          <ac:spMkLst>
            <pc:docMk/>
            <pc:sldMk cId="2029335238" sldId="267"/>
            <ac:spMk id="25" creationId="{FC3361A0-B4BC-4D01-B644-EB29945DE8EE}"/>
          </ac:spMkLst>
        </pc:spChg>
        <pc:spChg chg="mod ord topLvl">
          <ac:chgData name="Neale Batra" userId="7da30d73-63b6-4e7d-bbf3-35360c5b00f5" providerId="ADAL" clId="{0116E664-3F72-4398-A383-38AD5E327C99}" dt="2021-05-02T22:04:36.605" v="846" actId="14100"/>
          <ac:spMkLst>
            <pc:docMk/>
            <pc:sldMk cId="2029335238" sldId="267"/>
            <ac:spMk id="26" creationId="{79CA3B66-7DD4-433E-9461-B8530C3A09B0}"/>
          </ac:spMkLst>
        </pc:spChg>
        <pc:spChg chg="mod">
          <ac:chgData name="Neale Batra" userId="7da30d73-63b6-4e7d-bbf3-35360c5b00f5" providerId="ADAL" clId="{0116E664-3F72-4398-A383-38AD5E327C99}" dt="2021-05-02T22:04:03.738" v="836" actId="14100"/>
          <ac:spMkLst>
            <pc:docMk/>
            <pc:sldMk cId="2029335238" sldId="267"/>
            <ac:spMk id="28" creationId="{01636AC1-B0D8-4582-A509-4DC54FCC4060}"/>
          </ac:spMkLst>
        </pc:spChg>
        <pc:spChg chg="mod">
          <ac:chgData name="Neale Batra" userId="7da30d73-63b6-4e7d-bbf3-35360c5b00f5" providerId="ADAL" clId="{0116E664-3F72-4398-A383-38AD5E327C99}" dt="2021-05-02T18:57:09.508" v="695" actId="207"/>
          <ac:spMkLst>
            <pc:docMk/>
            <pc:sldMk cId="2029335238" sldId="267"/>
            <ac:spMk id="32" creationId="{FE244CA6-C13E-4CAA-8DB3-BD5B8104307E}"/>
          </ac:spMkLst>
        </pc:spChg>
        <pc:spChg chg="mod">
          <ac:chgData name="Neale Batra" userId="7da30d73-63b6-4e7d-bbf3-35360c5b00f5" providerId="ADAL" clId="{0116E664-3F72-4398-A383-38AD5E327C99}" dt="2021-05-02T18:57:24.621" v="696" actId="207"/>
          <ac:spMkLst>
            <pc:docMk/>
            <pc:sldMk cId="2029335238" sldId="267"/>
            <ac:spMk id="33" creationId="{5324D6D8-4B5A-454B-9F47-D8688CAB5FB0}"/>
          </ac:spMkLst>
        </pc:spChg>
        <pc:spChg chg="mod">
          <ac:chgData name="Neale Batra" userId="7da30d73-63b6-4e7d-bbf3-35360c5b00f5" providerId="ADAL" clId="{0116E664-3F72-4398-A383-38AD5E327C99}" dt="2021-05-02T18:57:40.463" v="698" actId="207"/>
          <ac:spMkLst>
            <pc:docMk/>
            <pc:sldMk cId="2029335238" sldId="267"/>
            <ac:spMk id="34" creationId="{31AB57ED-0567-4146-89B9-41F82E93FE4E}"/>
          </ac:spMkLst>
        </pc:spChg>
        <pc:spChg chg="mod">
          <ac:chgData name="Neale Batra" userId="7da30d73-63b6-4e7d-bbf3-35360c5b00f5" providerId="ADAL" clId="{0116E664-3F72-4398-A383-38AD5E327C99}" dt="2021-05-02T18:58:24.164" v="701" actId="207"/>
          <ac:spMkLst>
            <pc:docMk/>
            <pc:sldMk cId="2029335238" sldId="267"/>
            <ac:spMk id="35" creationId="{1E9F65E8-B615-487A-95A8-F7F0B01693E9}"/>
          </ac:spMkLst>
        </pc:spChg>
        <pc:spChg chg="del">
          <ac:chgData name="Neale Batra" userId="7da30d73-63b6-4e7d-bbf3-35360c5b00f5" providerId="ADAL" clId="{0116E664-3F72-4398-A383-38AD5E327C99}" dt="2021-05-02T18:59:25.063" v="717" actId="478"/>
          <ac:spMkLst>
            <pc:docMk/>
            <pc:sldMk cId="2029335238" sldId="267"/>
            <ac:spMk id="36" creationId="{774B9C6D-9533-464D-842F-41A763BD6930}"/>
          </ac:spMkLst>
        </pc:spChg>
        <pc:spChg chg="del">
          <ac:chgData name="Neale Batra" userId="7da30d73-63b6-4e7d-bbf3-35360c5b00f5" providerId="ADAL" clId="{0116E664-3F72-4398-A383-38AD5E327C99}" dt="2021-05-02T19:00:10.470" v="736" actId="478"/>
          <ac:spMkLst>
            <pc:docMk/>
            <pc:sldMk cId="2029335238" sldId="267"/>
            <ac:spMk id="37" creationId="{5BEFC43E-F432-4E8C-AED1-4DD2543435A3}"/>
          </ac:spMkLst>
        </pc:spChg>
        <pc:spChg chg="del">
          <ac:chgData name="Neale Batra" userId="7da30d73-63b6-4e7d-bbf3-35360c5b00f5" providerId="ADAL" clId="{0116E664-3F72-4398-A383-38AD5E327C99}" dt="2021-05-02T19:00:25.294" v="742" actId="478"/>
          <ac:spMkLst>
            <pc:docMk/>
            <pc:sldMk cId="2029335238" sldId="267"/>
            <ac:spMk id="38" creationId="{BD3976F0-0707-4BAF-B934-2F48608C7D24}"/>
          </ac:spMkLst>
        </pc:spChg>
        <pc:spChg chg="del">
          <ac:chgData name="Neale Batra" userId="7da30d73-63b6-4e7d-bbf3-35360c5b00f5" providerId="ADAL" clId="{0116E664-3F72-4398-A383-38AD5E327C99}" dt="2021-05-02T19:00:27.437" v="745" actId="478"/>
          <ac:spMkLst>
            <pc:docMk/>
            <pc:sldMk cId="2029335238" sldId="267"/>
            <ac:spMk id="39" creationId="{3B06C389-FBD7-481B-AAC4-399FF1A27286}"/>
          </ac:spMkLst>
        </pc:spChg>
        <pc:spChg chg="del">
          <ac:chgData name="Neale Batra" userId="7da30d73-63b6-4e7d-bbf3-35360c5b00f5" providerId="ADAL" clId="{0116E664-3F72-4398-A383-38AD5E327C99}" dt="2021-05-02T18:59:25.555" v="718" actId="478"/>
          <ac:spMkLst>
            <pc:docMk/>
            <pc:sldMk cId="2029335238" sldId="267"/>
            <ac:spMk id="40" creationId="{18D85D31-EB07-447E-8766-C3E096268A7D}"/>
          </ac:spMkLst>
        </pc:spChg>
        <pc:spChg chg="del">
          <ac:chgData name="Neale Batra" userId="7da30d73-63b6-4e7d-bbf3-35360c5b00f5" providerId="ADAL" clId="{0116E664-3F72-4398-A383-38AD5E327C99}" dt="2021-05-02T19:00:10.106" v="735" actId="478"/>
          <ac:spMkLst>
            <pc:docMk/>
            <pc:sldMk cId="2029335238" sldId="267"/>
            <ac:spMk id="41" creationId="{F72635C3-0564-4186-878F-B61EDE7DA021}"/>
          </ac:spMkLst>
        </pc:spChg>
        <pc:spChg chg="del">
          <ac:chgData name="Neale Batra" userId="7da30d73-63b6-4e7d-bbf3-35360c5b00f5" providerId="ADAL" clId="{0116E664-3F72-4398-A383-38AD5E327C99}" dt="2021-05-02T19:00:26.186" v="743" actId="478"/>
          <ac:spMkLst>
            <pc:docMk/>
            <pc:sldMk cId="2029335238" sldId="267"/>
            <ac:spMk id="42" creationId="{D3EDAC1C-1E0F-497E-A995-CC18A3F701F8}"/>
          </ac:spMkLst>
        </pc:spChg>
        <pc:spChg chg="del">
          <ac:chgData name="Neale Batra" userId="7da30d73-63b6-4e7d-bbf3-35360c5b00f5" providerId="ADAL" clId="{0116E664-3F72-4398-A383-38AD5E327C99}" dt="2021-05-02T19:00:27.811" v="746" actId="478"/>
          <ac:spMkLst>
            <pc:docMk/>
            <pc:sldMk cId="2029335238" sldId="267"/>
            <ac:spMk id="43" creationId="{FED4AEC1-65E9-4B93-90D6-316F2921402E}"/>
          </ac:spMkLst>
        </pc:spChg>
        <pc:spChg chg="del">
          <ac:chgData name="Neale Batra" userId="7da30d73-63b6-4e7d-bbf3-35360c5b00f5" providerId="ADAL" clId="{0116E664-3F72-4398-A383-38AD5E327C99}" dt="2021-05-02T18:59:26.182" v="719" actId="478"/>
          <ac:spMkLst>
            <pc:docMk/>
            <pc:sldMk cId="2029335238" sldId="267"/>
            <ac:spMk id="44" creationId="{DF85A5B4-3C11-46CE-BB23-D1F069B5CD4C}"/>
          </ac:spMkLst>
        </pc:spChg>
        <pc:spChg chg="del">
          <ac:chgData name="Neale Batra" userId="7da30d73-63b6-4e7d-bbf3-35360c5b00f5" providerId="ADAL" clId="{0116E664-3F72-4398-A383-38AD5E327C99}" dt="2021-05-02T19:00:09.258" v="734" actId="478"/>
          <ac:spMkLst>
            <pc:docMk/>
            <pc:sldMk cId="2029335238" sldId="267"/>
            <ac:spMk id="45" creationId="{5316FB0B-0DB2-46C9-A670-6D26CBD63924}"/>
          </ac:spMkLst>
        </pc:spChg>
        <pc:spChg chg="del">
          <ac:chgData name="Neale Batra" userId="7da30d73-63b6-4e7d-bbf3-35360c5b00f5" providerId="ADAL" clId="{0116E664-3F72-4398-A383-38AD5E327C99}" dt="2021-05-02T19:00:26.660" v="744" actId="478"/>
          <ac:spMkLst>
            <pc:docMk/>
            <pc:sldMk cId="2029335238" sldId="267"/>
            <ac:spMk id="46" creationId="{D7B8F5D6-B4AD-485D-8B89-561EFDB80C76}"/>
          </ac:spMkLst>
        </pc:spChg>
        <pc:spChg chg="del">
          <ac:chgData name="Neale Batra" userId="7da30d73-63b6-4e7d-bbf3-35360c5b00f5" providerId="ADAL" clId="{0116E664-3F72-4398-A383-38AD5E327C99}" dt="2021-05-02T19:00:28.349" v="747" actId="478"/>
          <ac:spMkLst>
            <pc:docMk/>
            <pc:sldMk cId="2029335238" sldId="267"/>
            <ac:spMk id="47" creationId="{4145F703-DC88-4F3C-ADEC-BFC2103F42A2}"/>
          </ac:spMkLst>
        </pc:spChg>
        <pc:spChg chg="mod">
          <ac:chgData name="Neale Batra" userId="7da30d73-63b6-4e7d-bbf3-35360c5b00f5" providerId="ADAL" clId="{0116E664-3F72-4398-A383-38AD5E327C99}" dt="2021-05-02T18:57:09.508" v="695" actId="207"/>
          <ac:spMkLst>
            <pc:docMk/>
            <pc:sldMk cId="2029335238" sldId="267"/>
            <ac:spMk id="48" creationId="{2527E107-9004-4FD5-A0C7-607B0649E482}"/>
          </ac:spMkLst>
        </pc:spChg>
        <pc:spChg chg="mod">
          <ac:chgData name="Neale Batra" userId="7da30d73-63b6-4e7d-bbf3-35360c5b00f5" providerId="ADAL" clId="{0116E664-3F72-4398-A383-38AD5E327C99}" dt="2021-05-02T18:57:24.621" v="696" actId="207"/>
          <ac:spMkLst>
            <pc:docMk/>
            <pc:sldMk cId="2029335238" sldId="267"/>
            <ac:spMk id="49" creationId="{65BB60BE-5CD7-4CC8-A813-66F135A14B57}"/>
          </ac:spMkLst>
        </pc:spChg>
        <pc:spChg chg="mod">
          <ac:chgData name="Neale Batra" userId="7da30d73-63b6-4e7d-bbf3-35360c5b00f5" providerId="ADAL" clId="{0116E664-3F72-4398-A383-38AD5E327C99}" dt="2021-05-02T18:57:40.463" v="698" actId="207"/>
          <ac:spMkLst>
            <pc:docMk/>
            <pc:sldMk cId="2029335238" sldId="267"/>
            <ac:spMk id="50" creationId="{765C1EAF-1195-4F06-A298-4B52E44246CC}"/>
          </ac:spMkLst>
        </pc:spChg>
        <pc:spChg chg="mod">
          <ac:chgData name="Neale Batra" userId="7da30d73-63b6-4e7d-bbf3-35360c5b00f5" providerId="ADAL" clId="{0116E664-3F72-4398-A383-38AD5E327C99}" dt="2021-05-02T18:58:24.164" v="701" actId="207"/>
          <ac:spMkLst>
            <pc:docMk/>
            <pc:sldMk cId="2029335238" sldId="267"/>
            <ac:spMk id="51" creationId="{D2987071-324A-4467-82D5-43C5F8290EE9}"/>
          </ac:spMkLst>
        </pc:spChg>
        <pc:spChg chg="mod">
          <ac:chgData name="Neale Batra" userId="7da30d73-63b6-4e7d-bbf3-35360c5b00f5" providerId="ADAL" clId="{0116E664-3F72-4398-A383-38AD5E327C99}" dt="2021-05-02T18:57:09.508" v="695" actId="207"/>
          <ac:spMkLst>
            <pc:docMk/>
            <pc:sldMk cId="2029335238" sldId="267"/>
            <ac:spMk id="52" creationId="{67A9D1AC-1182-423D-BB3F-7FEB1EF4061D}"/>
          </ac:spMkLst>
        </pc:spChg>
        <pc:spChg chg="mod">
          <ac:chgData name="Neale Batra" userId="7da30d73-63b6-4e7d-bbf3-35360c5b00f5" providerId="ADAL" clId="{0116E664-3F72-4398-A383-38AD5E327C99}" dt="2021-05-02T18:57:24.621" v="696" actId="207"/>
          <ac:spMkLst>
            <pc:docMk/>
            <pc:sldMk cId="2029335238" sldId="267"/>
            <ac:spMk id="53" creationId="{FF23D4FE-2757-481B-B43D-D897386B3EE6}"/>
          </ac:spMkLst>
        </pc:spChg>
        <pc:spChg chg="mod">
          <ac:chgData name="Neale Batra" userId="7da30d73-63b6-4e7d-bbf3-35360c5b00f5" providerId="ADAL" clId="{0116E664-3F72-4398-A383-38AD5E327C99}" dt="2021-05-02T18:57:40.463" v="698" actId="207"/>
          <ac:spMkLst>
            <pc:docMk/>
            <pc:sldMk cId="2029335238" sldId="267"/>
            <ac:spMk id="54" creationId="{2E542A78-C534-4687-8105-D86F841851E8}"/>
          </ac:spMkLst>
        </pc:spChg>
        <pc:spChg chg="mod">
          <ac:chgData name="Neale Batra" userId="7da30d73-63b6-4e7d-bbf3-35360c5b00f5" providerId="ADAL" clId="{0116E664-3F72-4398-A383-38AD5E327C99}" dt="2021-05-02T18:58:24.164" v="701" actId="207"/>
          <ac:spMkLst>
            <pc:docMk/>
            <pc:sldMk cId="2029335238" sldId="267"/>
            <ac:spMk id="55" creationId="{05B70B2A-5505-448B-AACC-1E27DBA1B8DF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56" creationId="{79E42B28-C471-4C4E-B96E-2B5AE5B21A82}"/>
          </ac:spMkLst>
        </pc:spChg>
        <pc:spChg chg="mod">
          <ac:chgData name="Neale Batra" userId="7da30d73-63b6-4e7d-bbf3-35360c5b00f5" providerId="ADAL" clId="{0116E664-3F72-4398-A383-38AD5E327C99}" dt="2021-05-02T18:56:11.157" v="691" actId="207"/>
          <ac:spMkLst>
            <pc:docMk/>
            <pc:sldMk cId="2029335238" sldId="267"/>
            <ac:spMk id="57" creationId="{64B1A099-783C-452A-A790-4676F5F17E9F}"/>
          </ac:spMkLst>
        </pc:spChg>
        <pc:spChg chg="mod">
          <ac:chgData name="Neale Batra" userId="7da30d73-63b6-4e7d-bbf3-35360c5b00f5" providerId="ADAL" clId="{0116E664-3F72-4398-A383-38AD5E327C99}" dt="2021-05-02T18:56:21.344" v="692" actId="207"/>
          <ac:spMkLst>
            <pc:docMk/>
            <pc:sldMk cId="2029335238" sldId="267"/>
            <ac:spMk id="58" creationId="{A810E2C3-41F7-45E8-AE38-2DAA6DE093E9}"/>
          </ac:spMkLst>
        </pc:spChg>
        <pc:spChg chg="mod">
          <ac:chgData name="Neale Batra" userId="7da30d73-63b6-4e7d-bbf3-35360c5b00f5" providerId="ADAL" clId="{0116E664-3F72-4398-A383-38AD5E327C99}" dt="2021-05-02T18:56:31.842" v="693" actId="207"/>
          <ac:spMkLst>
            <pc:docMk/>
            <pc:sldMk cId="2029335238" sldId="267"/>
            <ac:spMk id="59" creationId="{8148DCE5-9C1B-40A9-9B33-8BAC640C00A4}"/>
          </ac:spMkLst>
        </pc:spChg>
        <pc:spChg chg="mod">
          <ac:chgData name="Neale Batra" userId="7da30d73-63b6-4e7d-bbf3-35360c5b00f5" providerId="ADAL" clId="{0116E664-3F72-4398-A383-38AD5E327C99}" dt="2021-05-02T18:56:39.675" v="694" actId="207"/>
          <ac:spMkLst>
            <pc:docMk/>
            <pc:sldMk cId="2029335238" sldId="267"/>
            <ac:spMk id="60" creationId="{9818E619-2701-4A93-BB3F-1CD81EC54085}"/>
          </ac:spMkLst>
        </pc:spChg>
        <pc:spChg chg="mod">
          <ac:chgData name="Neale Batra" userId="7da30d73-63b6-4e7d-bbf3-35360c5b00f5" providerId="ADAL" clId="{0116E664-3F72-4398-A383-38AD5E327C99}" dt="2021-05-02T18:56:11.157" v="691" actId="207"/>
          <ac:spMkLst>
            <pc:docMk/>
            <pc:sldMk cId="2029335238" sldId="267"/>
            <ac:spMk id="61" creationId="{3BDDD015-3AF8-4B46-B1ED-376FEEA7B92F}"/>
          </ac:spMkLst>
        </pc:spChg>
        <pc:spChg chg="mod">
          <ac:chgData name="Neale Batra" userId="7da30d73-63b6-4e7d-bbf3-35360c5b00f5" providerId="ADAL" clId="{0116E664-3F72-4398-A383-38AD5E327C99}" dt="2021-05-02T18:56:21.344" v="692" actId="207"/>
          <ac:spMkLst>
            <pc:docMk/>
            <pc:sldMk cId="2029335238" sldId="267"/>
            <ac:spMk id="62" creationId="{0D825E78-F585-4B7B-8ED6-910699491586}"/>
          </ac:spMkLst>
        </pc:spChg>
        <pc:spChg chg="mod">
          <ac:chgData name="Neale Batra" userId="7da30d73-63b6-4e7d-bbf3-35360c5b00f5" providerId="ADAL" clId="{0116E664-3F72-4398-A383-38AD5E327C99}" dt="2021-05-02T18:56:31.842" v="693" actId="207"/>
          <ac:spMkLst>
            <pc:docMk/>
            <pc:sldMk cId="2029335238" sldId="267"/>
            <ac:spMk id="63" creationId="{53CDF7F1-CB54-4398-A35F-50B0F95E2364}"/>
          </ac:spMkLst>
        </pc:spChg>
        <pc:spChg chg="mod">
          <ac:chgData name="Neale Batra" userId="7da30d73-63b6-4e7d-bbf3-35360c5b00f5" providerId="ADAL" clId="{0116E664-3F72-4398-A383-38AD5E327C99}" dt="2021-05-02T18:56:39.675" v="694" actId="207"/>
          <ac:spMkLst>
            <pc:docMk/>
            <pc:sldMk cId="2029335238" sldId="267"/>
            <ac:spMk id="64" creationId="{7E9F4A9E-43E3-4F29-B7AB-95681A93F82C}"/>
          </ac:spMkLst>
        </pc:spChg>
        <pc:spChg chg="mod">
          <ac:chgData name="Neale Batra" userId="7da30d73-63b6-4e7d-bbf3-35360c5b00f5" providerId="ADAL" clId="{0116E664-3F72-4398-A383-38AD5E327C99}" dt="2021-05-02T18:56:11.157" v="691" actId="207"/>
          <ac:spMkLst>
            <pc:docMk/>
            <pc:sldMk cId="2029335238" sldId="267"/>
            <ac:spMk id="65" creationId="{DD8B60B2-BFFA-441C-9A64-743DED93CCF7}"/>
          </ac:spMkLst>
        </pc:spChg>
        <pc:spChg chg="mod">
          <ac:chgData name="Neale Batra" userId="7da30d73-63b6-4e7d-bbf3-35360c5b00f5" providerId="ADAL" clId="{0116E664-3F72-4398-A383-38AD5E327C99}" dt="2021-05-02T18:56:21.344" v="692" actId="207"/>
          <ac:spMkLst>
            <pc:docMk/>
            <pc:sldMk cId="2029335238" sldId="267"/>
            <ac:spMk id="66" creationId="{36904D8E-8915-47E2-982F-801033C9EB2D}"/>
          </ac:spMkLst>
        </pc:spChg>
        <pc:spChg chg="mod">
          <ac:chgData name="Neale Batra" userId="7da30d73-63b6-4e7d-bbf3-35360c5b00f5" providerId="ADAL" clId="{0116E664-3F72-4398-A383-38AD5E327C99}" dt="2021-05-02T18:56:31.842" v="693" actId="207"/>
          <ac:spMkLst>
            <pc:docMk/>
            <pc:sldMk cId="2029335238" sldId="267"/>
            <ac:spMk id="67" creationId="{4AB7E9E9-C12F-4B4F-9CED-8B9C8A9892B4}"/>
          </ac:spMkLst>
        </pc:spChg>
        <pc:spChg chg="mod">
          <ac:chgData name="Neale Batra" userId="7da30d73-63b6-4e7d-bbf3-35360c5b00f5" providerId="ADAL" clId="{0116E664-3F72-4398-A383-38AD5E327C99}" dt="2021-05-02T18:56:39.675" v="694" actId="207"/>
          <ac:spMkLst>
            <pc:docMk/>
            <pc:sldMk cId="2029335238" sldId="267"/>
            <ac:spMk id="68" creationId="{77B6304C-3DF7-4128-8A18-75796D56CAE2}"/>
          </ac:spMkLst>
        </pc:spChg>
        <pc:spChg chg="del">
          <ac:chgData name="Neale Batra" userId="7da30d73-63b6-4e7d-bbf3-35360c5b00f5" providerId="ADAL" clId="{0116E664-3F72-4398-A383-38AD5E327C99}" dt="2021-05-02T18:58:57.344" v="702" actId="478"/>
          <ac:spMkLst>
            <pc:docMk/>
            <pc:sldMk cId="2029335238" sldId="267"/>
            <ac:spMk id="69" creationId="{6A02A88E-9007-4149-9B2F-0B2F78166DE9}"/>
          </ac:spMkLst>
        </pc:spChg>
        <pc:spChg chg="del">
          <ac:chgData name="Neale Batra" userId="7da30d73-63b6-4e7d-bbf3-35360c5b00f5" providerId="ADAL" clId="{0116E664-3F72-4398-A383-38AD5E327C99}" dt="2021-05-02T18:59:12.943" v="711" actId="478"/>
          <ac:spMkLst>
            <pc:docMk/>
            <pc:sldMk cId="2029335238" sldId="267"/>
            <ac:spMk id="70" creationId="{04CBD221-4BED-41E9-A97E-A943898061AE}"/>
          </ac:spMkLst>
        </pc:spChg>
        <pc:spChg chg="del">
          <ac:chgData name="Neale Batra" userId="7da30d73-63b6-4e7d-bbf3-35360c5b00f5" providerId="ADAL" clId="{0116E664-3F72-4398-A383-38AD5E327C99}" dt="2021-05-02T18:59:13.691" v="712" actId="478"/>
          <ac:spMkLst>
            <pc:docMk/>
            <pc:sldMk cId="2029335238" sldId="267"/>
            <ac:spMk id="71" creationId="{11DF8B5F-70F4-499E-B2A8-3B55482A89DB}"/>
          </ac:spMkLst>
        </pc:spChg>
        <pc:spChg chg="del">
          <ac:chgData name="Neale Batra" userId="7da30d73-63b6-4e7d-bbf3-35360c5b00f5" providerId="ADAL" clId="{0116E664-3F72-4398-A383-38AD5E327C99}" dt="2021-05-02T18:59:13.996" v="713" actId="478"/>
          <ac:spMkLst>
            <pc:docMk/>
            <pc:sldMk cId="2029335238" sldId="267"/>
            <ac:spMk id="72" creationId="{A9A06C11-F12F-4ACF-A05D-0D5EF9807B15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73" creationId="{A84E1268-0B49-4D00-9ECE-D53A256A5F97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74" creationId="{DD5987A5-A5CA-449F-A4DB-2191FEE737F8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75" creationId="{E0C35677-F968-4502-85FD-9E5B66C1B04F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76" creationId="{CAB3B8AE-7821-4D94-869A-54FC2F5F2F27}"/>
          </ac:spMkLst>
        </pc:spChg>
        <pc:spChg chg="add del mod">
          <ac:chgData name="Neale Batra" userId="7da30d73-63b6-4e7d-bbf3-35360c5b00f5" providerId="ADAL" clId="{0116E664-3F72-4398-A383-38AD5E327C99}" dt="2021-05-02T18:59:50.511" v="727" actId="478"/>
          <ac:spMkLst>
            <pc:docMk/>
            <pc:sldMk cId="2029335238" sldId="267"/>
            <ac:spMk id="77" creationId="{82BE6423-7288-4C41-896D-699C4AB35937}"/>
          </ac:spMkLst>
        </pc:spChg>
        <pc:spChg chg="add del mod">
          <ac:chgData name="Neale Batra" userId="7da30d73-63b6-4e7d-bbf3-35360c5b00f5" providerId="ADAL" clId="{0116E664-3F72-4398-A383-38AD5E327C99}" dt="2021-05-02T18:59:48.694" v="726" actId="478"/>
          <ac:spMkLst>
            <pc:docMk/>
            <pc:sldMk cId="2029335238" sldId="267"/>
            <ac:spMk id="78" creationId="{9881F99F-DDB4-4DEE-9F65-51445C94809E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79" creationId="{65BF5CE7-E5DB-4F7D-A8BC-B52152B409D4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80" creationId="{EB7FCDEC-8FF3-401E-99BF-9C4FF4DF51B7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81" creationId="{2B490BB8-858F-40D0-B0E2-6B8E95EE248A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82" creationId="{4BBADAF5-EE10-47D3-8660-ABD7C409ED1F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83" creationId="{666E9030-E76B-4F7E-8192-A3392E6F8014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84" creationId="{8882317E-BAA3-4764-B4CD-3501267D8C57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85" creationId="{1D228AFE-9909-41BE-A289-8B3DE3CBAB6C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86" creationId="{5B3279FC-DE9B-450F-925D-91733D8C0B33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87" creationId="{BDC2FEA3-8A5B-4993-BFDD-E12D119705B5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88" creationId="{F60CB820-5778-45DC-8A94-899FCCBAFDBB}"/>
          </ac:spMkLst>
        </pc:spChg>
        <pc:spChg chg="add mod">
          <ac:chgData name="Neale Batra" userId="7da30d73-63b6-4e7d-bbf3-35360c5b00f5" providerId="ADAL" clId="{0116E664-3F72-4398-A383-38AD5E327C99}" dt="2021-05-02T19:03:55.698" v="760" actId="1076"/>
          <ac:spMkLst>
            <pc:docMk/>
            <pc:sldMk cId="2029335238" sldId="267"/>
            <ac:spMk id="89" creationId="{6AD21B2F-307D-4163-846F-616B9426BBE2}"/>
          </ac:spMkLst>
        </pc:spChg>
        <pc:grpChg chg="del mod">
          <ac:chgData name="Neale Batra" userId="7da30d73-63b6-4e7d-bbf3-35360c5b00f5" providerId="ADAL" clId="{0116E664-3F72-4398-A383-38AD5E327C99}" dt="2021-05-02T22:04:20.229" v="840" actId="165"/>
          <ac:grpSpMkLst>
            <pc:docMk/>
            <pc:sldMk cId="2029335238" sldId="267"/>
            <ac:grpSpMk id="29" creationId="{23361DAA-6CC9-4267-B879-A148BEB509F3}"/>
          </ac:grpSpMkLst>
        </pc:grpChg>
        <pc:graphicFrameChg chg="mod modGraphic">
          <ac:chgData name="Neale Batra" userId="7da30d73-63b6-4e7d-bbf3-35360c5b00f5" providerId="ADAL" clId="{0116E664-3F72-4398-A383-38AD5E327C99}" dt="2021-05-02T19:31:25.514" v="764" actId="20577"/>
          <ac:graphicFrameMkLst>
            <pc:docMk/>
            <pc:sldMk cId="2029335238" sldId="267"/>
            <ac:graphicFrameMk id="4" creationId="{890EEEA6-4348-43D0-B4D9-47A95AF263A4}"/>
          </ac:graphicFrameMkLst>
        </pc:graphicFrameChg>
        <pc:graphicFrameChg chg="modGraphic">
          <ac:chgData name="Neale Batra" userId="7da30d73-63b6-4e7d-bbf3-35360c5b00f5" providerId="ADAL" clId="{0116E664-3F72-4398-A383-38AD5E327C99}" dt="2021-05-02T19:32:13.141" v="774" actId="20577"/>
          <ac:graphicFrameMkLst>
            <pc:docMk/>
            <pc:sldMk cId="2029335238" sldId="267"/>
            <ac:graphicFrameMk id="5" creationId="{9A7229F4-4F4D-439B-A6BD-5BCF5ABED603}"/>
          </ac:graphicFrameMkLst>
        </pc:graphicFrameChg>
        <pc:picChg chg="del mod">
          <ac:chgData name="Neale Batra" userId="7da30d73-63b6-4e7d-bbf3-35360c5b00f5" providerId="ADAL" clId="{0116E664-3F72-4398-A383-38AD5E327C99}" dt="2021-05-02T22:03:35.151" v="832" actId="478"/>
          <ac:picMkLst>
            <pc:docMk/>
            <pc:sldMk cId="2029335238" sldId="267"/>
            <ac:picMk id="3" creationId="{2858551C-9309-4338-BC00-F01882D15E33}"/>
          </ac:picMkLst>
        </pc:picChg>
        <pc:picChg chg="add mod">
          <ac:chgData name="Neale Batra" userId="7da30d73-63b6-4e7d-bbf3-35360c5b00f5" providerId="ADAL" clId="{0116E664-3F72-4398-A383-38AD5E327C99}" dt="2021-05-02T22:03:49.639" v="834" actId="1076"/>
          <ac:picMkLst>
            <pc:docMk/>
            <pc:sldMk cId="2029335238" sldId="267"/>
            <ac:picMk id="6" creationId="{DB0DCC0E-9375-447F-A844-0A1CECAE45EB}"/>
          </ac:picMkLst>
        </pc:picChg>
      </pc:sldChg>
      <pc:sldChg chg="new">
        <pc:chgData name="Neale Batra" userId="7da30d73-63b6-4e7d-bbf3-35360c5b00f5" providerId="ADAL" clId="{0116E664-3F72-4398-A383-38AD5E327C99}" dt="2021-05-03T15:48:13.750" v="852" actId="680"/>
        <pc:sldMkLst>
          <pc:docMk/>
          <pc:sldMk cId="3132211152" sldId="268"/>
        </pc:sldMkLst>
      </pc:sldChg>
      <pc:sldChg chg="addSp delSp modSp new del mod">
        <pc:chgData name="Neale Batra" userId="7da30d73-63b6-4e7d-bbf3-35360c5b00f5" providerId="ADAL" clId="{0116E664-3F72-4398-A383-38AD5E327C99}" dt="2021-05-08T13:45:03.370" v="931" actId="47"/>
        <pc:sldMkLst>
          <pc:docMk/>
          <pc:sldMk cId="4158225417" sldId="269"/>
        </pc:sldMkLst>
        <pc:spChg chg="del">
          <ac:chgData name="Neale Batra" userId="7da30d73-63b6-4e7d-bbf3-35360c5b00f5" providerId="ADAL" clId="{0116E664-3F72-4398-A383-38AD5E327C99}" dt="2021-05-03T16:13:14.407" v="855" actId="478"/>
          <ac:spMkLst>
            <pc:docMk/>
            <pc:sldMk cId="4158225417" sldId="269"/>
            <ac:spMk id="2" creationId="{2BE08B19-9FB4-45E7-B7AA-0C2EC277A9A4}"/>
          </ac:spMkLst>
        </pc:spChg>
        <pc:spChg chg="del">
          <ac:chgData name="Neale Batra" userId="7da30d73-63b6-4e7d-bbf3-35360c5b00f5" providerId="ADAL" clId="{0116E664-3F72-4398-A383-38AD5E327C99}" dt="2021-05-03T16:13:13.566" v="854" actId="478"/>
          <ac:spMkLst>
            <pc:docMk/>
            <pc:sldMk cId="4158225417" sldId="269"/>
            <ac:spMk id="3" creationId="{0363D7C2-9953-4FBF-B3F2-3BE8089E160F}"/>
          </ac:spMkLst>
        </pc:spChg>
        <pc:spChg chg="add mod">
          <ac:chgData name="Neale Batra" userId="7da30d73-63b6-4e7d-bbf3-35360c5b00f5" providerId="ADAL" clId="{0116E664-3F72-4398-A383-38AD5E327C99}" dt="2021-05-03T16:13:40.090" v="859" actId="208"/>
          <ac:spMkLst>
            <pc:docMk/>
            <pc:sldMk cId="4158225417" sldId="269"/>
            <ac:spMk id="4" creationId="{4FDA4AC7-5E21-47E6-92CA-290A3FE609A2}"/>
          </ac:spMkLst>
        </pc:spChg>
      </pc:sldChg>
      <pc:sldChg chg="addSp delSp modSp new mod">
        <pc:chgData name="Neale Batra" userId="7da30d73-63b6-4e7d-bbf3-35360c5b00f5" providerId="ADAL" clId="{0116E664-3F72-4398-A383-38AD5E327C99}" dt="2021-05-04T02:46:47.727" v="889" actId="1076"/>
        <pc:sldMkLst>
          <pc:docMk/>
          <pc:sldMk cId="1497134752" sldId="270"/>
        </pc:sldMkLst>
        <pc:spChg chg="del">
          <ac:chgData name="Neale Batra" userId="7da30d73-63b6-4e7d-bbf3-35360c5b00f5" providerId="ADAL" clId="{0116E664-3F72-4398-A383-38AD5E327C99}" dt="2021-05-04T02:42:23.214" v="862" actId="478"/>
          <ac:spMkLst>
            <pc:docMk/>
            <pc:sldMk cId="1497134752" sldId="270"/>
            <ac:spMk id="2" creationId="{8A33717F-90AC-441D-958C-6203641466E2}"/>
          </ac:spMkLst>
        </pc:spChg>
        <pc:spChg chg="del">
          <ac:chgData name="Neale Batra" userId="7da30d73-63b6-4e7d-bbf3-35360c5b00f5" providerId="ADAL" clId="{0116E664-3F72-4398-A383-38AD5E327C99}" dt="2021-05-04T02:42:21.545" v="861" actId="478"/>
          <ac:spMkLst>
            <pc:docMk/>
            <pc:sldMk cId="1497134752" sldId="270"/>
            <ac:spMk id="3" creationId="{57E23219-16E4-49C7-B1F6-9E2D6164D810}"/>
          </ac:spMkLst>
        </pc:spChg>
        <pc:picChg chg="add mod">
          <ac:chgData name="Neale Batra" userId="7da30d73-63b6-4e7d-bbf3-35360c5b00f5" providerId="ADAL" clId="{0116E664-3F72-4398-A383-38AD5E327C99}" dt="2021-05-04T02:45:49.885" v="885" actId="1076"/>
          <ac:picMkLst>
            <pc:docMk/>
            <pc:sldMk cId="1497134752" sldId="270"/>
            <ac:picMk id="5" creationId="{6268A542-C4D2-4B08-B063-B8537C9F7C43}"/>
          </ac:picMkLst>
        </pc:picChg>
        <pc:picChg chg="add mod ord">
          <ac:chgData name="Neale Batra" userId="7da30d73-63b6-4e7d-bbf3-35360c5b00f5" providerId="ADAL" clId="{0116E664-3F72-4398-A383-38AD5E327C99}" dt="2021-05-04T02:46:47.727" v="889" actId="1076"/>
          <ac:picMkLst>
            <pc:docMk/>
            <pc:sldMk cId="1497134752" sldId="270"/>
            <ac:picMk id="7" creationId="{D34718D1-A638-4431-82C7-B6930DFBB9AD}"/>
          </ac:picMkLst>
        </pc:picChg>
        <pc:picChg chg="add mod">
          <ac:chgData name="Neale Batra" userId="7da30d73-63b6-4e7d-bbf3-35360c5b00f5" providerId="ADAL" clId="{0116E664-3F72-4398-A383-38AD5E327C99}" dt="2021-05-04T02:46:23.916" v="888" actId="1076"/>
          <ac:picMkLst>
            <pc:docMk/>
            <pc:sldMk cId="1497134752" sldId="270"/>
            <ac:picMk id="9" creationId="{761F1B9D-5DBC-492B-B832-F3A8F0C0F215}"/>
          </ac:picMkLst>
        </pc:picChg>
      </pc:sldChg>
      <pc:sldChg chg="addSp delSp modSp new del mod">
        <pc:chgData name="Neale Batra" userId="7da30d73-63b6-4e7d-bbf3-35360c5b00f5" providerId="ADAL" clId="{0116E664-3F72-4398-A383-38AD5E327C99}" dt="2021-05-07T21:41:24.650" v="896" actId="47"/>
        <pc:sldMkLst>
          <pc:docMk/>
          <pc:sldMk cId="101442670" sldId="271"/>
        </pc:sldMkLst>
        <pc:spChg chg="del">
          <ac:chgData name="Neale Batra" userId="7da30d73-63b6-4e7d-bbf3-35360c5b00f5" providerId="ADAL" clId="{0116E664-3F72-4398-A383-38AD5E327C99}" dt="2021-05-07T21:41:09.321" v="892" actId="478"/>
          <ac:spMkLst>
            <pc:docMk/>
            <pc:sldMk cId="101442670" sldId="271"/>
            <ac:spMk id="2" creationId="{93816E67-EEF0-41E8-BFB1-DA7E0CC9E9C1}"/>
          </ac:spMkLst>
        </pc:spChg>
        <pc:spChg chg="del">
          <ac:chgData name="Neale Batra" userId="7da30d73-63b6-4e7d-bbf3-35360c5b00f5" providerId="ADAL" clId="{0116E664-3F72-4398-A383-38AD5E327C99}" dt="2021-05-07T21:41:08.752" v="891" actId="478"/>
          <ac:spMkLst>
            <pc:docMk/>
            <pc:sldMk cId="101442670" sldId="271"/>
            <ac:spMk id="3" creationId="{B9C2E650-05BA-4917-9A8A-AAB2242C83F5}"/>
          </ac:spMkLst>
        </pc:spChg>
        <pc:graphicFrameChg chg="add del mod">
          <ac:chgData name="Neale Batra" userId="7da30d73-63b6-4e7d-bbf3-35360c5b00f5" providerId="ADAL" clId="{0116E664-3F72-4398-A383-38AD5E327C99}" dt="2021-05-07T21:41:15.020" v="894"/>
          <ac:graphicFrameMkLst>
            <pc:docMk/>
            <pc:sldMk cId="101442670" sldId="271"/>
            <ac:graphicFrameMk id="4" creationId="{8513BAC3-F932-4920-BB12-CC2059E9E580}"/>
          </ac:graphicFrameMkLst>
        </pc:graphicFrameChg>
      </pc:sldChg>
      <pc:sldChg chg="addSp delSp modSp add mod">
        <pc:chgData name="Neale Batra" userId="7da30d73-63b6-4e7d-bbf3-35360c5b00f5" providerId="ADAL" clId="{0116E664-3F72-4398-A383-38AD5E327C99}" dt="2021-05-08T13:44:53.583" v="930" actId="1076"/>
        <pc:sldMkLst>
          <pc:docMk/>
          <pc:sldMk cId="1671852925" sldId="272"/>
        </pc:sldMkLst>
        <pc:spChg chg="add mod">
          <ac:chgData name="Neale Batra" userId="7da30d73-63b6-4e7d-bbf3-35360c5b00f5" providerId="ADAL" clId="{0116E664-3F72-4398-A383-38AD5E327C99}" dt="2021-05-08T13:43:24.477" v="922" actId="1076"/>
          <ac:spMkLst>
            <pc:docMk/>
            <pc:sldMk cId="1671852925" sldId="272"/>
            <ac:spMk id="2" creationId="{57B9B182-5913-4AB1-AC51-A9D84FE5CC13}"/>
          </ac:spMkLst>
        </pc:spChg>
        <pc:spChg chg="del">
          <ac:chgData name="Neale Batra" userId="7da30d73-63b6-4e7d-bbf3-35360c5b00f5" providerId="ADAL" clId="{0116E664-3F72-4398-A383-38AD5E327C99}" dt="2021-05-07T21:41:28.393" v="898" actId="478"/>
          <ac:spMkLst>
            <pc:docMk/>
            <pc:sldMk cId="1671852925" sldId="272"/>
            <ac:spMk id="14" creationId="{D83D0EEA-53AA-475A-B21A-EC9F8733A88F}"/>
          </ac:spMkLst>
        </pc:spChg>
        <pc:spChg chg="del">
          <ac:chgData name="Neale Batra" userId="7da30d73-63b6-4e7d-bbf3-35360c5b00f5" providerId="ADAL" clId="{0116E664-3F72-4398-A383-38AD5E327C99}" dt="2021-05-07T21:41:29.511" v="899" actId="478"/>
          <ac:spMkLst>
            <pc:docMk/>
            <pc:sldMk cId="1671852925" sldId="272"/>
            <ac:spMk id="24" creationId="{E28A6C9F-CA46-410A-8F96-BFA5FA61291A}"/>
          </ac:spMkLst>
        </pc:spChg>
        <pc:spChg chg="del">
          <ac:chgData name="Neale Batra" userId="7da30d73-63b6-4e7d-bbf3-35360c5b00f5" providerId="ADAL" clId="{0116E664-3F72-4398-A383-38AD5E327C99}" dt="2021-05-07T21:41:30.144" v="900" actId="478"/>
          <ac:spMkLst>
            <pc:docMk/>
            <pc:sldMk cId="1671852925" sldId="272"/>
            <ac:spMk id="26" creationId="{79CA3B66-7DD4-433E-9461-B8530C3A09B0}"/>
          </ac:spMkLst>
        </pc:spChg>
        <pc:spChg chg="del mod">
          <ac:chgData name="Neale Batra" userId="7da30d73-63b6-4e7d-bbf3-35360c5b00f5" providerId="ADAL" clId="{0116E664-3F72-4398-A383-38AD5E327C99}" dt="2021-05-08T13:43:32.800" v="923" actId="478"/>
          <ac:spMkLst>
            <pc:docMk/>
            <pc:sldMk cId="1671852925" sldId="272"/>
            <ac:spMk id="28" creationId="{01636AC1-B0D8-4582-A509-4DC54FCC4060}"/>
          </ac:spMkLst>
        </pc:spChg>
        <pc:spChg chg="mod">
          <ac:chgData name="Neale Batra" userId="7da30d73-63b6-4e7d-bbf3-35360c5b00f5" providerId="ADAL" clId="{0116E664-3F72-4398-A383-38AD5E327C99}" dt="2021-05-07T21:45:13.018" v="916" actId="1076"/>
          <ac:spMkLst>
            <pc:docMk/>
            <pc:sldMk cId="1671852925" sldId="272"/>
            <ac:spMk id="32" creationId="{FE244CA6-C13E-4CAA-8DB3-BD5B8104307E}"/>
          </ac:spMkLst>
        </pc:spChg>
        <pc:spChg chg="mod">
          <ac:chgData name="Neale Batra" userId="7da30d73-63b6-4e7d-bbf3-35360c5b00f5" providerId="ADAL" clId="{0116E664-3F72-4398-A383-38AD5E327C99}" dt="2021-05-07T21:45:13.018" v="916" actId="1076"/>
          <ac:spMkLst>
            <pc:docMk/>
            <pc:sldMk cId="1671852925" sldId="272"/>
            <ac:spMk id="33" creationId="{5324D6D8-4B5A-454B-9F47-D8688CAB5FB0}"/>
          </ac:spMkLst>
        </pc:spChg>
        <pc:spChg chg="mod">
          <ac:chgData name="Neale Batra" userId="7da30d73-63b6-4e7d-bbf3-35360c5b00f5" providerId="ADAL" clId="{0116E664-3F72-4398-A383-38AD5E327C99}" dt="2021-05-07T21:45:13.018" v="916" actId="1076"/>
          <ac:spMkLst>
            <pc:docMk/>
            <pc:sldMk cId="1671852925" sldId="272"/>
            <ac:spMk id="34" creationId="{31AB57ED-0567-4146-89B9-41F82E93FE4E}"/>
          </ac:spMkLst>
        </pc:spChg>
        <pc:spChg chg="mod">
          <ac:chgData name="Neale Batra" userId="7da30d73-63b6-4e7d-bbf3-35360c5b00f5" providerId="ADAL" clId="{0116E664-3F72-4398-A383-38AD5E327C99}" dt="2021-05-07T21:45:13.018" v="916" actId="1076"/>
          <ac:spMkLst>
            <pc:docMk/>
            <pc:sldMk cId="1671852925" sldId="272"/>
            <ac:spMk id="35" creationId="{1E9F65E8-B615-487A-95A8-F7F0B01693E9}"/>
          </ac:spMkLst>
        </pc:spChg>
        <pc:spChg chg="mod">
          <ac:chgData name="Neale Batra" userId="7da30d73-63b6-4e7d-bbf3-35360c5b00f5" providerId="ADAL" clId="{0116E664-3F72-4398-A383-38AD5E327C99}" dt="2021-05-07T21:45:13.018" v="916" actId="1076"/>
          <ac:spMkLst>
            <pc:docMk/>
            <pc:sldMk cId="1671852925" sldId="272"/>
            <ac:spMk id="48" creationId="{2527E107-9004-4FD5-A0C7-607B0649E482}"/>
          </ac:spMkLst>
        </pc:spChg>
        <pc:spChg chg="mod">
          <ac:chgData name="Neale Batra" userId="7da30d73-63b6-4e7d-bbf3-35360c5b00f5" providerId="ADAL" clId="{0116E664-3F72-4398-A383-38AD5E327C99}" dt="2021-05-07T21:45:13.018" v="916" actId="1076"/>
          <ac:spMkLst>
            <pc:docMk/>
            <pc:sldMk cId="1671852925" sldId="272"/>
            <ac:spMk id="49" creationId="{65BB60BE-5CD7-4CC8-A813-66F135A14B57}"/>
          </ac:spMkLst>
        </pc:spChg>
        <pc:spChg chg="mod">
          <ac:chgData name="Neale Batra" userId="7da30d73-63b6-4e7d-bbf3-35360c5b00f5" providerId="ADAL" clId="{0116E664-3F72-4398-A383-38AD5E327C99}" dt="2021-05-07T21:45:13.018" v="916" actId="1076"/>
          <ac:spMkLst>
            <pc:docMk/>
            <pc:sldMk cId="1671852925" sldId="272"/>
            <ac:spMk id="50" creationId="{765C1EAF-1195-4F06-A298-4B52E44246CC}"/>
          </ac:spMkLst>
        </pc:spChg>
        <pc:spChg chg="mod">
          <ac:chgData name="Neale Batra" userId="7da30d73-63b6-4e7d-bbf3-35360c5b00f5" providerId="ADAL" clId="{0116E664-3F72-4398-A383-38AD5E327C99}" dt="2021-05-07T21:45:13.018" v="916" actId="1076"/>
          <ac:spMkLst>
            <pc:docMk/>
            <pc:sldMk cId="1671852925" sldId="272"/>
            <ac:spMk id="51" creationId="{D2987071-324A-4467-82D5-43C5F8290EE9}"/>
          </ac:spMkLst>
        </pc:spChg>
        <pc:spChg chg="mod">
          <ac:chgData name="Neale Batra" userId="7da30d73-63b6-4e7d-bbf3-35360c5b00f5" providerId="ADAL" clId="{0116E664-3F72-4398-A383-38AD5E327C99}" dt="2021-05-07T21:45:13.018" v="916" actId="1076"/>
          <ac:spMkLst>
            <pc:docMk/>
            <pc:sldMk cId="1671852925" sldId="272"/>
            <ac:spMk id="52" creationId="{67A9D1AC-1182-423D-BB3F-7FEB1EF4061D}"/>
          </ac:spMkLst>
        </pc:spChg>
        <pc:spChg chg="mod">
          <ac:chgData name="Neale Batra" userId="7da30d73-63b6-4e7d-bbf3-35360c5b00f5" providerId="ADAL" clId="{0116E664-3F72-4398-A383-38AD5E327C99}" dt="2021-05-07T21:45:13.018" v="916" actId="1076"/>
          <ac:spMkLst>
            <pc:docMk/>
            <pc:sldMk cId="1671852925" sldId="272"/>
            <ac:spMk id="53" creationId="{FF23D4FE-2757-481B-B43D-D897386B3EE6}"/>
          </ac:spMkLst>
        </pc:spChg>
        <pc:spChg chg="mod">
          <ac:chgData name="Neale Batra" userId="7da30d73-63b6-4e7d-bbf3-35360c5b00f5" providerId="ADAL" clId="{0116E664-3F72-4398-A383-38AD5E327C99}" dt="2021-05-07T21:45:13.018" v="916" actId="1076"/>
          <ac:spMkLst>
            <pc:docMk/>
            <pc:sldMk cId="1671852925" sldId="272"/>
            <ac:spMk id="54" creationId="{2E542A78-C534-4687-8105-D86F841851E8}"/>
          </ac:spMkLst>
        </pc:spChg>
        <pc:spChg chg="mod">
          <ac:chgData name="Neale Batra" userId="7da30d73-63b6-4e7d-bbf3-35360c5b00f5" providerId="ADAL" clId="{0116E664-3F72-4398-A383-38AD5E327C99}" dt="2021-05-07T21:45:13.018" v="916" actId="1076"/>
          <ac:spMkLst>
            <pc:docMk/>
            <pc:sldMk cId="1671852925" sldId="272"/>
            <ac:spMk id="55" creationId="{05B70B2A-5505-448B-AACC-1E27DBA1B8DF}"/>
          </ac:spMkLst>
        </pc:spChg>
        <pc:spChg chg="mod">
          <ac:chgData name="Neale Batra" userId="7da30d73-63b6-4e7d-bbf3-35360c5b00f5" providerId="ADAL" clId="{0116E664-3F72-4398-A383-38AD5E327C99}" dt="2021-05-08T13:44:53.583" v="930" actId="1076"/>
          <ac:spMkLst>
            <pc:docMk/>
            <pc:sldMk cId="1671852925" sldId="272"/>
            <ac:spMk id="56" creationId="{79E42B28-C471-4C4E-B96E-2B5AE5B21A82}"/>
          </ac:spMkLst>
        </pc:spChg>
        <pc:spChg chg="add mod">
          <ac:chgData name="Neale Batra" userId="7da30d73-63b6-4e7d-bbf3-35360c5b00f5" providerId="ADAL" clId="{0116E664-3F72-4398-A383-38AD5E327C99}" dt="2021-05-08T13:43:24.477" v="922" actId="1076"/>
          <ac:spMkLst>
            <pc:docMk/>
            <pc:sldMk cId="1671852925" sldId="272"/>
            <ac:spMk id="69" creationId="{E92B75A4-25DA-4C31-B47A-B8A6FB9287C2}"/>
          </ac:spMkLst>
        </pc:spChg>
        <pc:spChg chg="mod">
          <ac:chgData name="Neale Batra" userId="7da30d73-63b6-4e7d-bbf3-35360c5b00f5" providerId="ADAL" clId="{0116E664-3F72-4398-A383-38AD5E327C99}" dt="2021-05-08T13:44:45.955" v="929" actId="1076"/>
          <ac:spMkLst>
            <pc:docMk/>
            <pc:sldMk cId="1671852925" sldId="272"/>
            <ac:spMk id="73" creationId="{A84E1268-0B49-4D00-9ECE-D53A256A5F97}"/>
          </ac:spMkLst>
        </pc:spChg>
        <pc:spChg chg="mod">
          <ac:chgData name="Neale Batra" userId="7da30d73-63b6-4e7d-bbf3-35360c5b00f5" providerId="ADAL" clId="{0116E664-3F72-4398-A383-38AD5E327C99}" dt="2021-05-08T13:44:37.763" v="928" actId="1076"/>
          <ac:spMkLst>
            <pc:docMk/>
            <pc:sldMk cId="1671852925" sldId="272"/>
            <ac:spMk id="74" creationId="{DD5987A5-A5CA-449F-A4DB-2191FEE737F8}"/>
          </ac:spMkLst>
        </pc:spChg>
        <pc:spChg chg="mod">
          <ac:chgData name="Neale Batra" userId="7da30d73-63b6-4e7d-bbf3-35360c5b00f5" providerId="ADAL" clId="{0116E664-3F72-4398-A383-38AD5E327C99}" dt="2021-05-08T13:44:27.118" v="927" actId="1076"/>
          <ac:spMkLst>
            <pc:docMk/>
            <pc:sldMk cId="1671852925" sldId="272"/>
            <ac:spMk id="75" creationId="{E0C35677-F968-4502-85FD-9E5B66C1B04F}"/>
          </ac:spMkLst>
        </pc:spChg>
        <pc:spChg chg="mod">
          <ac:chgData name="Neale Batra" userId="7da30d73-63b6-4e7d-bbf3-35360c5b00f5" providerId="ADAL" clId="{0116E664-3F72-4398-A383-38AD5E327C99}" dt="2021-05-08T13:44:53.583" v="930" actId="1076"/>
          <ac:spMkLst>
            <pc:docMk/>
            <pc:sldMk cId="1671852925" sldId="272"/>
            <ac:spMk id="76" creationId="{CAB3B8AE-7821-4D94-869A-54FC2F5F2F27}"/>
          </ac:spMkLst>
        </pc:spChg>
        <pc:spChg chg="mod">
          <ac:chgData name="Neale Batra" userId="7da30d73-63b6-4e7d-bbf3-35360c5b00f5" providerId="ADAL" clId="{0116E664-3F72-4398-A383-38AD5E327C99}" dt="2021-05-08T13:44:53.583" v="930" actId="1076"/>
          <ac:spMkLst>
            <pc:docMk/>
            <pc:sldMk cId="1671852925" sldId="272"/>
            <ac:spMk id="79" creationId="{65BF5CE7-E5DB-4F7D-A8BC-B52152B409D4}"/>
          </ac:spMkLst>
        </pc:spChg>
        <pc:spChg chg="mod">
          <ac:chgData name="Neale Batra" userId="7da30d73-63b6-4e7d-bbf3-35360c5b00f5" providerId="ADAL" clId="{0116E664-3F72-4398-A383-38AD5E327C99}" dt="2021-05-08T13:44:53.583" v="930" actId="1076"/>
          <ac:spMkLst>
            <pc:docMk/>
            <pc:sldMk cId="1671852925" sldId="272"/>
            <ac:spMk id="80" creationId="{EB7FCDEC-8FF3-401E-99BF-9C4FF4DF51B7}"/>
          </ac:spMkLst>
        </pc:spChg>
        <pc:spChg chg="mod">
          <ac:chgData name="Neale Batra" userId="7da30d73-63b6-4e7d-bbf3-35360c5b00f5" providerId="ADAL" clId="{0116E664-3F72-4398-A383-38AD5E327C99}" dt="2021-05-08T13:44:45.955" v="929" actId="1076"/>
          <ac:spMkLst>
            <pc:docMk/>
            <pc:sldMk cId="1671852925" sldId="272"/>
            <ac:spMk id="81" creationId="{2B490BB8-858F-40D0-B0E2-6B8E95EE248A}"/>
          </ac:spMkLst>
        </pc:spChg>
        <pc:spChg chg="mod">
          <ac:chgData name="Neale Batra" userId="7da30d73-63b6-4e7d-bbf3-35360c5b00f5" providerId="ADAL" clId="{0116E664-3F72-4398-A383-38AD5E327C99}" dt="2021-05-08T13:44:45.955" v="929" actId="1076"/>
          <ac:spMkLst>
            <pc:docMk/>
            <pc:sldMk cId="1671852925" sldId="272"/>
            <ac:spMk id="82" creationId="{4BBADAF5-EE10-47D3-8660-ABD7C409ED1F}"/>
          </ac:spMkLst>
        </pc:spChg>
        <pc:spChg chg="mod">
          <ac:chgData name="Neale Batra" userId="7da30d73-63b6-4e7d-bbf3-35360c5b00f5" providerId="ADAL" clId="{0116E664-3F72-4398-A383-38AD5E327C99}" dt="2021-05-08T13:44:45.955" v="929" actId="1076"/>
          <ac:spMkLst>
            <pc:docMk/>
            <pc:sldMk cId="1671852925" sldId="272"/>
            <ac:spMk id="83" creationId="{666E9030-E76B-4F7E-8192-A3392E6F8014}"/>
          </ac:spMkLst>
        </pc:spChg>
        <pc:spChg chg="mod">
          <ac:chgData name="Neale Batra" userId="7da30d73-63b6-4e7d-bbf3-35360c5b00f5" providerId="ADAL" clId="{0116E664-3F72-4398-A383-38AD5E327C99}" dt="2021-05-08T13:44:37.763" v="928" actId="1076"/>
          <ac:spMkLst>
            <pc:docMk/>
            <pc:sldMk cId="1671852925" sldId="272"/>
            <ac:spMk id="84" creationId="{8882317E-BAA3-4764-B4CD-3501267D8C57}"/>
          </ac:spMkLst>
        </pc:spChg>
        <pc:spChg chg="mod">
          <ac:chgData name="Neale Batra" userId="7da30d73-63b6-4e7d-bbf3-35360c5b00f5" providerId="ADAL" clId="{0116E664-3F72-4398-A383-38AD5E327C99}" dt="2021-05-08T13:44:37.763" v="928" actId="1076"/>
          <ac:spMkLst>
            <pc:docMk/>
            <pc:sldMk cId="1671852925" sldId="272"/>
            <ac:spMk id="85" creationId="{1D228AFE-9909-41BE-A289-8B3DE3CBAB6C}"/>
          </ac:spMkLst>
        </pc:spChg>
        <pc:spChg chg="mod">
          <ac:chgData name="Neale Batra" userId="7da30d73-63b6-4e7d-bbf3-35360c5b00f5" providerId="ADAL" clId="{0116E664-3F72-4398-A383-38AD5E327C99}" dt="2021-05-08T13:44:37.763" v="928" actId="1076"/>
          <ac:spMkLst>
            <pc:docMk/>
            <pc:sldMk cId="1671852925" sldId="272"/>
            <ac:spMk id="86" creationId="{5B3279FC-DE9B-450F-925D-91733D8C0B33}"/>
          </ac:spMkLst>
        </pc:spChg>
        <pc:spChg chg="mod">
          <ac:chgData name="Neale Batra" userId="7da30d73-63b6-4e7d-bbf3-35360c5b00f5" providerId="ADAL" clId="{0116E664-3F72-4398-A383-38AD5E327C99}" dt="2021-05-08T13:44:27.118" v="927" actId="1076"/>
          <ac:spMkLst>
            <pc:docMk/>
            <pc:sldMk cId="1671852925" sldId="272"/>
            <ac:spMk id="87" creationId="{BDC2FEA3-8A5B-4993-BFDD-E12D119705B5}"/>
          </ac:spMkLst>
        </pc:spChg>
        <pc:spChg chg="mod">
          <ac:chgData name="Neale Batra" userId="7da30d73-63b6-4e7d-bbf3-35360c5b00f5" providerId="ADAL" clId="{0116E664-3F72-4398-A383-38AD5E327C99}" dt="2021-05-08T13:44:27.118" v="927" actId="1076"/>
          <ac:spMkLst>
            <pc:docMk/>
            <pc:sldMk cId="1671852925" sldId="272"/>
            <ac:spMk id="88" creationId="{F60CB820-5778-45DC-8A94-899FCCBAFDBB}"/>
          </ac:spMkLst>
        </pc:spChg>
        <pc:spChg chg="mod">
          <ac:chgData name="Neale Batra" userId="7da30d73-63b6-4e7d-bbf3-35360c5b00f5" providerId="ADAL" clId="{0116E664-3F72-4398-A383-38AD5E327C99}" dt="2021-05-08T13:44:27.118" v="927" actId="1076"/>
          <ac:spMkLst>
            <pc:docMk/>
            <pc:sldMk cId="1671852925" sldId="272"/>
            <ac:spMk id="89" creationId="{6AD21B2F-307D-4163-846F-616B9426BBE2}"/>
          </ac:spMkLst>
        </pc:spChg>
        <pc:graphicFrameChg chg="mod modGraphic">
          <ac:chgData name="Neale Batra" userId="7da30d73-63b6-4e7d-bbf3-35360c5b00f5" providerId="ADAL" clId="{0116E664-3F72-4398-A383-38AD5E327C99}" dt="2021-05-07T21:44:24.047" v="915" actId="1076"/>
          <ac:graphicFrameMkLst>
            <pc:docMk/>
            <pc:sldMk cId="1671852925" sldId="272"/>
            <ac:graphicFrameMk id="4" creationId="{890EEEA6-4348-43D0-B4D9-47A95AF263A4}"/>
          </ac:graphicFrameMkLst>
        </pc:graphicFrameChg>
        <pc:picChg chg="del">
          <ac:chgData name="Neale Batra" userId="7da30d73-63b6-4e7d-bbf3-35360c5b00f5" providerId="ADAL" clId="{0116E664-3F72-4398-A383-38AD5E327C99}" dt="2021-05-07T21:41:26.502" v="897" actId="478"/>
          <ac:picMkLst>
            <pc:docMk/>
            <pc:sldMk cId="1671852925" sldId="272"/>
            <ac:picMk id="6" creationId="{DB0DCC0E-9375-447F-A844-0A1CECAE45EB}"/>
          </ac:picMkLst>
        </pc:picChg>
      </pc:sldChg>
      <pc:sldChg chg="addSp delSp modSp new mod">
        <pc:chgData name="Neale Batra" userId="7da30d73-63b6-4e7d-bbf3-35360c5b00f5" providerId="ADAL" clId="{0116E664-3F72-4398-A383-38AD5E327C99}" dt="2021-05-08T15:29:27.267" v="1051" actId="1076"/>
        <pc:sldMkLst>
          <pc:docMk/>
          <pc:sldMk cId="2840449851" sldId="273"/>
        </pc:sldMkLst>
        <pc:spChg chg="del">
          <ac:chgData name="Neale Batra" userId="7da30d73-63b6-4e7d-bbf3-35360c5b00f5" providerId="ADAL" clId="{0116E664-3F72-4398-A383-38AD5E327C99}" dt="2021-05-08T13:46:33.199" v="934" actId="478"/>
          <ac:spMkLst>
            <pc:docMk/>
            <pc:sldMk cId="2840449851" sldId="273"/>
            <ac:spMk id="2" creationId="{241E2EFC-E8EE-4246-B8DC-9D31F013D696}"/>
          </ac:spMkLst>
        </pc:spChg>
        <pc:spChg chg="del">
          <ac:chgData name="Neale Batra" userId="7da30d73-63b6-4e7d-bbf3-35360c5b00f5" providerId="ADAL" clId="{0116E664-3F72-4398-A383-38AD5E327C99}" dt="2021-05-08T13:46:31.009" v="933" actId="478"/>
          <ac:spMkLst>
            <pc:docMk/>
            <pc:sldMk cId="2840449851" sldId="273"/>
            <ac:spMk id="3" creationId="{C021E1A0-1EC0-4679-957A-C4A361236969}"/>
          </ac:spMkLst>
        </pc:spChg>
        <pc:picChg chg="add mod ord">
          <ac:chgData name="Neale Batra" userId="7da30d73-63b6-4e7d-bbf3-35360c5b00f5" providerId="ADAL" clId="{0116E664-3F72-4398-A383-38AD5E327C99}" dt="2021-05-08T13:53:50.290" v="1028" actId="1076"/>
          <ac:picMkLst>
            <pc:docMk/>
            <pc:sldMk cId="2840449851" sldId="273"/>
            <ac:picMk id="5" creationId="{494E1D9C-8A1D-45D9-A531-B6BF4EA556EF}"/>
          </ac:picMkLst>
        </pc:picChg>
        <pc:picChg chg="add del mod">
          <ac:chgData name="Neale Batra" userId="7da30d73-63b6-4e7d-bbf3-35360c5b00f5" providerId="ADAL" clId="{0116E664-3F72-4398-A383-38AD5E327C99}" dt="2021-05-08T15:29:11.717" v="1050" actId="478"/>
          <ac:picMkLst>
            <pc:docMk/>
            <pc:sldMk cId="2840449851" sldId="273"/>
            <ac:picMk id="7" creationId="{28A76E1C-4CA3-45FB-9B65-A4C4BB87A189}"/>
          </ac:picMkLst>
        </pc:picChg>
        <pc:picChg chg="add del mod">
          <ac:chgData name="Neale Batra" userId="7da30d73-63b6-4e7d-bbf3-35360c5b00f5" providerId="ADAL" clId="{0116E664-3F72-4398-A383-38AD5E327C99}" dt="2021-05-08T13:52:18.229" v="1010" actId="478"/>
          <ac:picMkLst>
            <pc:docMk/>
            <pc:sldMk cId="2840449851" sldId="273"/>
            <ac:picMk id="9" creationId="{50510A65-9CFF-471A-ADBD-228AAE0BF96E}"/>
          </ac:picMkLst>
        </pc:picChg>
        <pc:picChg chg="add mod ord">
          <ac:chgData name="Neale Batra" userId="7da30d73-63b6-4e7d-bbf3-35360c5b00f5" providerId="ADAL" clId="{0116E664-3F72-4398-A383-38AD5E327C99}" dt="2021-05-08T15:29:07.870" v="1049" actId="1076"/>
          <ac:picMkLst>
            <pc:docMk/>
            <pc:sldMk cId="2840449851" sldId="273"/>
            <ac:picMk id="11" creationId="{8FC0A9E3-0069-430B-9038-6171C75F13E9}"/>
          </ac:picMkLst>
        </pc:picChg>
        <pc:picChg chg="add del mod ord">
          <ac:chgData name="Neale Batra" userId="7da30d73-63b6-4e7d-bbf3-35360c5b00f5" providerId="ADAL" clId="{0116E664-3F72-4398-A383-38AD5E327C99}" dt="2021-05-08T13:53:02.908" v="1025" actId="478"/>
          <ac:picMkLst>
            <pc:docMk/>
            <pc:sldMk cId="2840449851" sldId="273"/>
            <ac:picMk id="13" creationId="{9D745A98-AF84-439A-96C7-767A5AF7633F}"/>
          </ac:picMkLst>
        </pc:picChg>
        <pc:picChg chg="add mod">
          <ac:chgData name="Neale Batra" userId="7da30d73-63b6-4e7d-bbf3-35360c5b00f5" providerId="ADAL" clId="{0116E664-3F72-4398-A383-38AD5E327C99}" dt="2021-05-08T13:53:50.290" v="1028" actId="1076"/>
          <ac:picMkLst>
            <pc:docMk/>
            <pc:sldMk cId="2840449851" sldId="273"/>
            <ac:picMk id="15" creationId="{B77C8944-CAB9-4735-A407-B6B1A8AF2559}"/>
          </ac:picMkLst>
        </pc:picChg>
        <pc:picChg chg="add mod">
          <ac:chgData name="Neale Batra" userId="7da30d73-63b6-4e7d-bbf3-35360c5b00f5" providerId="ADAL" clId="{0116E664-3F72-4398-A383-38AD5E327C99}" dt="2021-05-08T15:29:27.267" v="1051" actId="1076"/>
          <ac:picMkLst>
            <pc:docMk/>
            <pc:sldMk cId="2840449851" sldId="273"/>
            <ac:picMk id="17" creationId="{D0A1340D-E000-4B46-82B1-E7CFE306CF6C}"/>
          </ac:picMkLst>
        </pc:picChg>
      </pc:sldChg>
      <pc:sldChg chg="addSp delSp modSp new mod">
        <pc:chgData name="Neale Batra" userId="7da30d73-63b6-4e7d-bbf3-35360c5b00f5" providerId="ADAL" clId="{0116E664-3F72-4398-A383-38AD5E327C99}" dt="2021-05-08T22:22:21.042" v="1105" actId="164"/>
        <pc:sldMkLst>
          <pc:docMk/>
          <pc:sldMk cId="2851231075" sldId="274"/>
        </pc:sldMkLst>
        <pc:spChg chg="del">
          <ac:chgData name="Neale Batra" userId="7da30d73-63b6-4e7d-bbf3-35360c5b00f5" providerId="ADAL" clId="{0116E664-3F72-4398-A383-38AD5E327C99}" dt="2021-05-08T22:06:12.175" v="1053" actId="478"/>
          <ac:spMkLst>
            <pc:docMk/>
            <pc:sldMk cId="2851231075" sldId="274"/>
            <ac:spMk id="2" creationId="{BECED45E-0245-40A3-8649-EF8B65B893E1}"/>
          </ac:spMkLst>
        </pc:spChg>
        <pc:spChg chg="del">
          <ac:chgData name="Neale Batra" userId="7da30d73-63b6-4e7d-bbf3-35360c5b00f5" providerId="ADAL" clId="{0116E664-3F72-4398-A383-38AD5E327C99}" dt="2021-05-08T22:06:13.497" v="1054" actId="478"/>
          <ac:spMkLst>
            <pc:docMk/>
            <pc:sldMk cId="2851231075" sldId="274"/>
            <ac:spMk id="3" creationId="{447B4F8A-62F5-4620-AF7D-59572BFD8ED1}"/>
          </ac:spMkLst>
        </pc:spChg>
        <pc:grpChg chg="add mod">
          <ac:chgData name="Neale Batra" userId="7da30d73-63b6-4e7d-bbf3-35360c5b00f5" providerId="ADAL" clId="{0116E664-3F72-4398-A383-38AD5E327C99}" dt="2021-05-08T22:22:21.042" v="1105" actId="164"/>
          <ac:grpSpMkLst>
            <pc:docMk/>
            <pc:sldMk cId="2851231075" sldId="274"/>
            <ac:grpSpMk id="16" creationId="{52C2896D-6128-4F48-BA91-63F76850F3C9}"/>
          </ac:grpSpMkLst>
        </pc:grpChg>
        <pc:picChg chg="add mod">
          <ac:chgData name="Neale Batra" userId="7da30d73-63b6-4e7d-bbf3-35360c5b00f5" providerId="ADAL" clId="{0116E664-3F72-4398-A383-38AD5E327C99}" dt="2021-05-08T22:22:21.042" v="1105" actId="164"/>
          <ac:picMkLst>
            <pc:docMk/>
            <pc:sldMk cId="2851231075" sldId="274"/>
            <ac:picMk id="5" creationId="{43927C25-41BA-4096-895D-002B89B5DAB4}"/>
          </ac:picMkLst>
        </pc:picChg>
        <pc:picChg chg="add del mod">
          <ac:chgData name="Neale Batra" userId="7da30d73-63b6-4e7d-bbf3-35360c5b00f5" providerId="ADAL" clId="{0116E664-3F72-4398-A383-38AD5E327C99}" dt="2021-05-08T22:09:16.028" v="1061" actId="478"/>
          <ac:picMkLst>
            <pc:docMk/>
            <pc:sldMk cId="2851231075" sldId="274"/>
            <ac:picMk id="7" creationId="{74253AFA-B27E-4170-84D3-6C6708A82BD6}"/>
          </ac:picMkLst>
        </pc:picChg>
        <pc:picChg chg="add mod">
          <ac:chgData name="Neale Batra" userId="7da30d73-63b6-4e7d-bbf3-35360c5b00f5" providerId="ADAL" clId="{0116E664-3F72-4398-A383-38AD5E327C99}" dt="2021-05-08T22:22:21.042" v="1105" actId="164"/>
          <ac:picMkLst>
            <pc:docMk/>
            <pc:sldMk cId="2851231075" sldId="274"/>
            <ac:picMk id="9" creationId="{9A8E2F93-2867-4FB2-9EE6-D45A22130E34}"/>
          </ac:picMkLst>
        </pc:picChg>
        <pc:picChg chg="add mod">
          <ac:chgData name="Neale Batra" userId="7da30d73-63b6-4e7d-bbf3-35360c5b00f5" providerId="ADAL" clId="{0116E664-3F72-4398-A383-38AD5E327C99}" dt="2021-05-08T22:22:21.042" v="1105" actId="164"/>
          <ac:picMkLst>
            <pc:docMk/>
            <pc:sldMk cId="2851231075" sldId="274"/>
            <ac:picMk id="11" creationId="{5B64E534-9D78-4B38-99BD-5614F110CA8F}"/>
          </ac:picMkLst>
        </pc:picChg>
        <pc:picChg chg="add mod">
          <ac:chgData name="Neale Batra" userId="7da30d73-63b6-4e7d-bbf3-35360c5b00f5" providerId="ADAL" clId="{0116E664-3F72-4398-A383-38AD5E327C99}" dt="2021-05-08T22:22:21.042" v="1105" actId="164"/>
          <ac:picMkLst>
            <pc:docMk/>
            <pc:sldMk cId="2851231075" sldId="274"/>
            <ac:picMk id="13" creationId="{5A608B03-D8DA-4186-90E8-CBBE8A15AE20}"/>
          </ac:picMkLst>
        </pc:picChg>
        <pc:picChg chg="add mod">
          <ac:chgData name="Neale Batra" userId="7da30d73-63b6-4e7d-bbf3-35360c5b00f5" providerId="ADAL" clId="{0116E664-3F72-4398-A383-38AD5E327C99}" dt="2021-05-08T22:22:21.042" v="1105" actId="164"/>
          <ac:picMkLst>
            <pc:docMk/>
            <pc:sldMk cId="2851231075" sldId="274"/>
            <ac:picMk id="15" creationId="{BFE93C0F-5D70-4B40-BD3C-54F303B112AD}"/>
          </ac:picMkLst>
        </pc:picChg>
      </pc:sldChg>
      <pc:sldChg chg="addSp delSp modSp new mod">
        <pc:chgData name="Neale Batra" userId="7da30d73-63b6-4e7d-bbf3-35360c5b00f5" providerId="ADAL" clId="{0116E664-3F72-4398-A383-38AD5E327C99}" dt="2021-05-11T21:44:53.952" v="1698" actId="1076"/>
        <pc:sldMkLst>
          <pc:docMk/>
          <pc:sldMk cId="865477783" sldId="275"/>
        </pc:sldMkLst>
        <pc:spChg chg="del">
          <ac:chgData name="Neale Batra" userId="7da30d73-63b6-4e7d-bbf3-35360c5b00f5" providerId="ADAL" clId="{0116E664-3F72-4398-A383-38AD5E327C99}" dt="2021-05-11T14:14:55.624" v="1108" actId="478"/>
          <ac:spMkLst>
            <pc:docMk/>
            <pc:sldMk cId="865477783" sldId="275"/>
            <ac:spMk id="2" creationId="{1A5D4AEB-0CC7-475A-8DF6-8CF4297199C8}"/>
          </ac:spMkLst>
        </pc:spChg>
        <pc:spChg chg="del">
          <ac:chgData name="Neale Batra" userId="7da30d73-63b6-4e7d-bbf3-35360c5b00f5" providerId="ADAL" clId="{0116E664-3F72-4398-A383-38AD5E327C99}" dt="2021-05-11T14:14:54.432" v="1107" actId="478"/>
          <ac:spMkLst>
            <pc:docMk/>
            <pc:sldMk cId="865477783" sldId="275"/>
            <ac:spMk id="3" creationId="{6712EA07-27BB-48D5-ACAB-1FEC90C7A35D}"/>
          </ac:spMkLst>
        </pc:spChg>
        <pc:spChg chg="add mod topLvl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4" creationId="{EAF0E548-B03D-4ECB-8020-FE113722A784}"/>
          </ac:spMkLst>
        </pc:spChg>
        <pc:spChg chg="add mod topLvl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5" creationId="{9C5D3485-403C-4ACC-9BFC-5E3A3233434C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17" creationId="{C339129D-849B-4E71-A845-77428A0A8721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18" creationId="{BF3873B7-7FD1-4597-B5DB-90C6103C736D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19" creationId="{68DA1FAF-B694-4983-8C50-0BE77AF684D7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20" creationId="{89ED0C9A-33A2-4F88-A28D-12BD5EF95018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21" creationId="{F89A3168-BA74-45CD-8B8B-04BAAAD5E99D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22" creationId="{4DD3BB0F-AE57-4F9E-8765-2D879C62795E}"/>
          </ac:spMkLst>
        </pc:spChg>
        <pc:spChg chg="add del mod">
          <ac:chgData name="Neale Batra" userId="7da30d73-63b6-4e7d-bbf3-35360c5b00f5" providerId="ADAL" clId="{0116E664-3F72-4398-A383-38AD5E327C99}" dt="2021-05-11T14:49:51.110" v="1179" actId="478"/>
          <ac:spMkLst>
            <pc:docMk/>
            <pc:sldMk cId="865477783" sldId="275"/>
            <ac:spMk id="23" creationId="{945F36DA-E7C0-4C61-9004-968BAF4DA0A0}"/>
          </ac:spMkLst>
        </pc:spChg>
        <pc:spChg chg="add del mod">
          <ac:chgData name="Neale Batra" userId="7da30d73-63b6-4e7d-bbf3-35360c5b00f5" providerId="ADAL" clId="{0116E664-3F72-4398-A383-38AD5E327C99}" dt="2021-05-11T14:49:49.899" v="1178" actId="478"/>
          <ac:spMkLst>
            <pc:docMk/>
            <pc:sldMk cId="865477783" sldId="275"/>
            <ac:spMk id="24" creationId="{DF0E46B5-2808-41E6-8040-E1896989C311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30" creationId="{60A695D0-29CF-411C-851E-A4E9A57699C3}"/>
          </ac:spMkLst>
        </pc:spChg>
        <pc:spChg chg="add mod">
          <ac:chgData name="Neale Batra" userId="7da30d73-63b6-4e7d-bbf3-35360c5b00f5" providerId="ADAL" clId="{0116E664-3F72-4398-A383-38AD5E327C99}" dt="2021-05-11T21:43:21.672" v="1691" actId="1076"/>
          <ac:spMkLst>
            <pc:docMk/>
            <pc:sldMk cId="865477783" sldId="275"/>
            <ac:spMk id="32" creationId="{330ECD45-2126-4A39-8196-6EE565BD8EA1}"/>
          </ac:spMkLst>
        </pc:spChg>
        <pc:spChg chg="add mod">
          <ac:chgData name="Neale Batra" userId="7da30d73-63b6-4e7d-bbf3-35360c5b00f5" providerId="ADAL" clId="{0116E664-3F72-4398-A383-38AD5E327C99}" dt="2021-05-11T21:43:11.657" v="1689" actId="1076"/>
          <ac:spMkLst>
            <pc:docMk/>
            <pc:sldMk cId="865477783" sldId="275"/>
            <ac:spMk id="35" creationId="{252A7986-7A81-42C5-B39F-A8C057D8CEEB}"/>
          </ac:spMkLst>
        </pc:spChg>
        <pc:spChg chg="add mod">
          <ac:chgData name="Neale Batra" userId="7da30d73-63b6-4e7d-bbf3-35360c5b00f5" providerId="ADAL" clId="{0116E664-3F72-4398-A383-38AD5E327C99}" dt="2021-05-11T21:43:34.027" v="1694" actId="1076"/>
          <ac:spMkLst>
            <pc:docMk/>
            <pc:sldMk cId="865477783" sldId="275"/>
            <ac:spMk id="37" creationId="{2FB8776D-A5FC-44FA-A402-EFB02D5CECCC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38" creationId="{E58A12E3-A4DA-4FAE-BD3B-D421F8F92215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39" creationId="{42E2BE89-935B-4DD0-8F01-3A3EB2601E59}"/>
          </ac:spMkLst>
        </pc:spChg>
        <pc:spChg chg="add del mod">
          <ac:chgData name="Neale Batra" userId="7da30d73-63b6-4e7d-bbf3-35360c5b00f5" providerId="ADAL" clId="{0116E664-3F72-4398-A383-38AD5E327C99}" dt="2021-05-11T21:34:36.642" v="1598" actId="478"/>
          <ac:spMkLst>
            <pc:docMk/>
            <pc:sldMk cId="865477783" sldId="275"/>
            <ac:spMk id="41" creationId="{A17B7A85-47FA-4813-89BA-FEF29FC4FC24}"/>
          </ac:spMkLst>
        </pc:spChg>
        <pc:spChg chg="add mod">
          <ac:chgData name="Neale Batra" userId="7da30d73-63b6-4e7d-bbf3-35360c5b00f5" providerId="ADAL" clId="{0116E664-3F72-4398-A383-38AD5E327C99}" dt="2021-05-11T21:44:53.952" v="1698" actId="1076"/>
          <ac:spMkLst>
            <pc:docMk/>
            <pc:sldMk cId="865477783" sldId="275"/>
            <ac:spMk id="44" creationId="{DC7AE9C1-BD35-4876-9BE5-E36AA0264D02}"/>
          </ac:spMkLst>
        </pc:spChg>
        <pc:spChg chg="add del mod">
          <ac:chgData name="Neale Batra" userId="7da30d73-63b6-4e7d-bbf3-35360c5b00f5" providerId="ADAL" clId="{0116E664-3F72-4398-A383-38AD5E327C99}" dt="2021-05-11T21:30:24.032" v="1438" actId="478"/>
          <ac:spMkLst>
            <pc:docMk/>
            <pc:sldMk cId="865477783" sldId="275"/>
            <ac:spMk id="45" creationId="{BAC7CC96-DB28-474C-A645-457A9A271C2A}"/>
          </ac:spMkLst>
        </pc:spChg>
        <pc:spChg chg="add del mod">
          <ac:chgData name="Neale Batra" userId="7da30d73-63b6-4e7d-bbf3-35360c5b00f5" providerId="ADAL" clId="{0116E664-3F72-4398-A383-38AD5E327C99}" dt="2021-05-11T21:27:55.405" v="1399" actId="478"/>
          <ac:spMkLst>
            <pc:docMk/>
            <pc:sldMk cId="865477783" sldId="275"/>
            <ac:spMk id="49" creationId="{7F861B0D-677F-4D4D-974C-54BBB07FC754}"/>
          </ac:spMkLst>
        </pc:spChg>
        <pc:spChg chg="add mod">
          <ac:chgData name="Neale Batra" userId="7da30d73-63b6-4e7d-bbf3-35360c5b00f5" providerId="ADAL" clId="{0116E664-3F72-4398-A383-38AD5E327C99}" dt="2021-05-11T21:43:57.020" v="1695" actId="14100"/>
          <ac:spMkLst>
            <pc:docMk/>
            <pc:sldMk cId="865477783" sldId="275"/>
            <ac:spMk id="53" creationId="{FA011C2E-035D-4775-B480-1DB55F7669E1}"/>
          </ac:spMkLst>
        </pc:spChg>
        <pc:spChg chg="add mod">
          <ac:chgData name="Neale Batra" userId="7da30d73-63b6-4e7d-bbf3-35360c5b00f5" providerId="ADAL" clId="{0116E664-3F72-4398-A383-38AD5E327C99}" dt="2021-05-11T21:44:10.168" v="1697" actId="14100"/>
          <ac:spMkLst>
            <pc:docMk/>
            <pc:sldMk cId="865477783" sldId="275"/>
            <ac:spMk id="54" creationId="{F3BB31A9-87E2-497A-A9EE-CA24547DA5CF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55" creationId="{C5D428E5-20B3-4DC3-A8C1-444D3E401F0A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56" creationId="{4EBE339B-8F9E-4FC6-8867-AB7A3E7C5441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58" creationId="{7789D183-016B-4D1C-BD6F-36C3EF3000CE}"/>
          </ac:spMkLst>
        </pc:spChg>
        <pc:spChg chg="add del mod">
          <ac:chgData name="Neale Batra" userId="7da30d73-63b6-4e7d-bbf3-35360c5b00f5" providerId="ADAL" clId="{0116E664-3F72-4398-A383-38AD5E327C99}" dt="2021-05-11T21:35:15.086" v="1615" actId="478"/>
          <ac:spMkLst>
            <pc:docMk/>
            <pc:sldMk cId="865477783" sldId="275"/>
            <ac:spMk id="62" creationId="{C187FCCC-4E8E-44EF-8BD2-F293D622EDFC}"/>
          </ac:spMkLst>
        </pc:spChg>
        <pc:spChg chg="add mod">
          <ac:chgData name="Neale Batra" userId="7da30d73-63b6-4e7d-bbf3-35360c5b00f5" providerId="ADAL" clId="{0116E664-3F72-4398-A383-38AD5E327C99}" dt="2021-05-11T21:41:22.338" v="1656" actId="164"/>
          <ac:spMkLst>
            <pc:docMk/>
            <pc:sldMk cId="865477783" sldId="275"/>
            <ac:spMk id="63" creationId="{87BC540A-658C-4D87-828A-3AC919AA5E1E}"/>
          </ac:spMkLst>
        </pc:spChg>
        <pc:spChg chg="add mod">
          <ac:chgData name="Neale Batra" userId="7da30d73-63b6-4e7d-bbf3-35360c5b00f5" providerId="ADAL" clId="{0116E664-3F72-4398-A383-38AD5E327C99}" dt="2021-05-11T21:41:01.176" v="1653" actId="164"/>
          <ac:spMkLst>
            <pc:docMk/>
            <pc:sldMk cId="865477783" sldId="275"/>
            <ac:spMk id="69" creationId="{5E053CB5-CB9D-47E0-9BDB-679445DE748E}"/>
          </ac:spMkLst>
        </pc:spChg>
        <pc:spChg chg="add mod">
          <ac:chgData name="Neale Batra" userId="7da30d73-63b6-4e7d-bbf3-35360c5b00f5" providerId="ADAL" clId="{0116E664-3F72-4398-A383-38AD5E327C99}" dt="2021-05-11T21:41:22.338" v="1656" actId="164"/>
          <ac:spMkLst>
            <pc:docMk/>
            <pc:sldMk cId="865477783" sldId="275"/>
            <ac:spMk id="83" creationId="{0F1A2233-EA90-482C-99C5-9575F7892947}"/>
          </ac:spMkLst>
        </pc:spChg>
        <pc:spChg chg="add mod">
          <ac:chgData name="Neale Batra" userId="7da30d73-63b6-4e7d-bbf3-35360c5b00f5" providerId="ADAL" clId="{0116E664-3F72-4398-A383-38AD5E327C99}" dt="2021-05-11T21:40:33.897" v="1652" actId="571"/>
          <ac:spMkLst>
            <pc:docMk/>
            <pc:sldMk cId="865477783" sldId="275"/>
            <ac:spMk id="87" creationId="{9AFFBD0A-5E7D-4ED4-923A-0B9CC81D68B1}"/>
          </ac:spMkLst>
        </pc:spChg>
        <pc:spChg chg="add mod">
          <ac:chgData name="Neale Batra" userId="7da30d73-63b6-4e7d-bbf3-35360c5b00f5" providerId="ADAL" clId="{0116E664-3F72-4398-A383-38AD5E327C99}" dt="2021-05-11T21:40:33.897" v="1652" actId="571"/>
          <ac:spMkLst>
            <pc:docMk/>
            <pc:sldMk cId="865477783" sldId="275"/>
            <ac:spMk id="88" creationId="{EB0B1F00-97B7-4071-8D87-4792141F89CB}"/>
          </ac:spMkLst>
        </pc:spChg>
        <pc:spChg chg="add mod">
          <ac:chgData name="Neale Batra" userId="7da30d73-63b6-4e7d-bbf3-35360c5b00f5" providerId="ADAL" clId="{0116E664-3F72-4398-A383-38AD5E327C99}" dt="2021-05-11T21:40:33.897" v="1652" actId="571"/>
          <ac:spMkLst>
            <pc:docMk/>
            <pc:sldMk cId="865477783" sldId="275"/>
            <ac:spMk id="90" creationId="{3AD70998-AC36-47BC-B11E-BA62B67500CB}"/>
          </ac:spMkLst>
        </pc:spChg>
        <pc:spChg chg="add mod">
          <ac:chgData name="Neale Batra" userId="7da30d73-63b6-4e7d-bbf3-35360c5b00f5" providerId="ADAL" clId="{0116E664-3F72-4398-A383-38AD5E327C99}" dt="2021-05-11T21:40:33.897" v="1652" actId="571"/>
          <ac:spMkLst>
            <pc:docMk/>
            <pc:sldMk cId="865477783" sldId="275"/>
            <ac:spMk id="91" creationId="{2B84CF91-F227-42BB-9BD5-086917FB3A44}"/>
          </ac:spMkLst>
        </pc:spChg>
        <pc:spChg chg="add mod">
          <ac:chgData name="Neale Batra" userId="7da30d73-63b6-4e7d-bbf3-35360c5b00f5" providerId="ADAL" clId="{0116E664-3F72-4398-A383-38AD5E327C99}" dt="2021-05-11T21:40:33.897" v="1652" actId="571"/>
          <ac:spMkLst>
            <pc:docMk/>
            <pc:sldMk cId="865477783" sldId="275"/>
            <ac:spMk id="92" creationId="{F54799B3-7F0E-41BF-B16F-38BC9290D4FB}"/>
          </ac:spMkLst>
        </pc:spChg>
        <pc:grpChg chg="add del mod">
          <ac:chgData name="Neale Batra" userId="7da30d73-63b6-4e7d-bbf3-35360c5b00f5" providerId="ADAL" clId="{0116E664-3F72-4398-A383-38AD5E327C99}" dt="2021-05-11T15:01:25.641" v="1379" actId="165"/>
          <ac:grpSpMkLst>
            <pc:docMk/>
            <pc:sldMk cId="865477783" sldId="275"/>
            <ac:grpSpMk id="25" creationId="{F3E8F276-AA3D-4DB1-AF78-FFBA1985F9BB}"/>
          </ac:grpSpMkLst>
        </pc:grpChg>
        <pc:grpChg chg="add mod">
          <ac:chgData name="Neale Batra" userId="7da30d73-63b6-4e7d-bbf3-35360c5b00f5" providerId="ADAL" clId="{0116E664-3F72-4398-A383-38AD5E327C99}" dt="2021-05-11T21:41:22.338" v="1656" actId="164"/>
          <ac:grpSpMkLst>
            <pc:docMk/>
            <pc:sldMk cId="865477783" sldId="275"/>
            <ac:grpSpMk id="95" creationId="{C09363F7-7AB1-430B-BCAC-5902B03B9695}"/>
          </ac:grpSpMkLst>
        </pc:grpChg>
        <pc:grpChg chg="add mod">
          <ac:chgData name="Neale Batra" userId="7da30d73-63b6-4e7d-bbf3-35360c5b00f5" providerId="ADAL" clId="{0116E664-3F72-4398-A383-38AD5E327C99}" dt="2021-05-11T21:41:25.044" v="1657" actId="1076"/>
          <ac:grpSpMkLst>
            <pc:docMk/>
            <pc:sldMk cId="865477783" sldId="275"/>
            <ac:grpSpMk id="96" creationId="{A74D9210-3E67-4D1D-B332-BDF111FC1416}"/>
          </ac:grpSpMkLst>
        </pc:grpChg>
        <pc:cxnChg chg="add mod topLvl">
          <ac:chgData name="Neale Batra" userId="7da30d73-63b6-4e7d-bbf3-35360c5b00f5" providerId="ADAL" clId="{0116E664-3F72-4398-A383-38AD5E327C99}" dt="2021-05-11T21:41:01.176" v="1653" actId="164"/>
          <ac:cxnSpMkLst>
            <pc:docMk/>
            <pc:sldMk cId="865477783" sldId="275"/>
            <ac:cxnSpMk id="7" creationId="{475D41B8-6694-4583-B601-5F1CE3521FCF}"/>
          </ac:cxnSpMkLst>
        </pc:cxnChg>
        <pc:cxnChg chg="add mod topLvl">
          <ac:chgData name="Neale Batra" userId="7da30d73-63b6-4e7d-bbf3-35360c5b00f5" providerId="ADAL" clId="{0116E664-3F72-4398-A383-38AD5E327C99}" dt="2021-05-11T21:41:01.176" v="1653" actId="164"/>
          <ac:cxnSpMkLst>
            <pc:docMk/>
            <pc:sldMk cId="865477783" sldId="275"/>
            <ac:cxnSpMk id="9" creationId="{7C4C6F30-D836-4F0F-B424-DD5CAE58BFE0}"/>
          </ac:cxnSpMkLst>
        </pc:cxnChg>
        <pc:cxnChg chg="add del mod">
          <ac:chgData name="Neale Batra" userId="7da30d73-63b6-4e7d-bbf3-35360c5b00f5" providerId="ADAL" clId="{0116E664-3F72-4398-A383-38AD5E327C99}" dt="2021-05-11T14:51:14.502" v="1187" actId="478"/>
          <ac:cxnSpMkLst>
            <pc:docMk/>
            <pc:sldMk cId="865477783" sldId="275"/>
            <ac:cxnSpMk id="11" creationId="{17101868-E5EA-48B2-92CB-D9A07EA9A6E4}"/>
          </ac:cxnSpMkLst>
        </pc:cxnChg>
        <pc:cxnChg chg="add del mod">
          <ac:chgData name="Neale Batra" userId="7da30d73-63b6-4e7d-bbf3-35360c5b00f5" providerId="ADAL" clId="{0116E664-3F72-4398-A383-38AD5E327C99}" dt="2021-05-11T14:48:26.319" v="1164" actId="478"/>
          <ac:cxnSpMkLst>
            <pc:docMk/>
            <pc:sldMk cId="865477783" sldId="275"/>
            <ac:cxnSpMk id="15" creationId="{533256E3-F867-4480-8B61-EC892A86CE72}"/>
          </ac:cxnSpMkLst>
        </pc:cxnChg>
        <pc:cxnChg chg="add del mod">
          <ac:chgData name="Neale Batra" userId="7da30d73-63b6-4e7d-bbf3-35360c5b00f5" providerId="ADAL" clId="{0116E664-3F72-4398-A383-38AD5E327C99}" dt="2021-05-11T14:51:17.700" v="1188" actId="478"/>
          <ac:cxnSpMkLst>
            <pc:docMk/>
            <pc:sldMk cId="865477783" sldId="275"/>
            <ac:cxnSpMk id="16" creationId="{C03D12F8-611C-4481-87F2-3F6E6F0EA5DE}"/>
          </ac:cxnSpMkLst>
        </pc:cxnChg>
        <pc:cxnChg chg="add mod">
          <ac:chgData name="Neale Batra" userId="7da30d73-63b6-4e7d-bbf3-35360c5b00f5" providerId="ADAL" clId="{0116E664-3F72-4398-A383-38AD5E327C99}" dt="2021-05-11T21:41:01.176" v="1653" actId="164"/>
          <ac:cxnSpMkLst>
            <pc:docMk/>
            <pc:sldMk cId="865477783" sldId="275"/>
            <ac:cxnSpMk id="27" creationId="{D1872C9F-35C4-41DE-BF9C-AC73E8E82FFB}"/>
          </ac:cxnSpMkLst>
        </pc:cxnChg>
        <pc:cxnChg chg="add mod">
          <ac:chgData name="Neale Batra" userId="7da30d73-63b6-4e7d-bbf3-35360c5b00f5" providerId="ADAL" clId="{0116E664-3F72-4398-A383-38AD5E327C99}" dt="2021-05-11T21:43:23.755" v="1692" actId="14100"/>
          <ac:cxnSpMkLst>
            <pc:docMk/>
            <pc:sldMk cId="865477783" sldId="275"/>
            <ac:cxnSpMk id="31" creationId="{D4312622-C3EF-48F2-BDD5-E66B6A2DA594}"/>
          </ac:cxnSpMkLst>
        </pc:cxnChg>
        <pc:cxnChg chg="add mod">
          <ac:chgData name="Neale Batra" userId="7da30d73-63b6-4e7d-bbf3-35360c5b00f5" providerId="ADAL" clId="{0116E664-3F72-4398-A383-38AD5E327C99}" dt="2021-05-11T21:43:11.657" v="1689" actId="1076"/>
          <ac:cxnSpMkLst>
            <pc:docMk/>
            <pc:sldMk cId="865477783" sldId="275"/>
            <ac:cxnSpMk id="34" creationId="{84820D5B-4D69-4910-96BF-4D9FE123F889}"/>
          </ac:cxnSpMkLst>
        </pc:cxnChg>
        <pc:cxnChg chg="add mod">
          <ac:chgData name="Neale Batra" userId="7da30d73-63b6-4e7d-bbf3-35360c5b00f5" providerId="ADAL" clId="{0116E664-3F72-4398-A383-38AD5E327C99}" dt="2021-05-11T21:43:26.143" v="1693" actId="1076"/>
          <ac:cxnSpMkLst>
            <pc:docMk/>
            <pc:sldMk cId="865477783" sldId="275"/>
            <ac:cxnSpMk id="36" creationId="{8C1B6A22-B06B-48C5-B580-8A9B7300CBA0}"/>
          </ac:cxnSpMkLst>
        </pc:cxnChg>
        <pc:cxnChg chg="add mod">
          <ac:chgData name="Neale Batra" userId="7da30d73-63b6-4e7d-bbf3-35360c5b00f5" providerId="ADAL" clId="{0116E664-3F72-4398-A383-38AD5E327C99}" dt="2021-05-11T21:41:01.176" v="1653" actId="164"/>
          <ac:cxnSpMkLst>
            <pc:docMk/>
            <pc:sldMk cId="865477783" sldId="275"/>
            <ac:cxnSpMk id="40" creationId="{28FCB5CE-23B0-4A77-BCCA-56135D946A6A}"/>
          </ac:cxnSpMkLst>
        </pc:cxnChg>
        <pc:cxnChg chg="add mod">
          <ac:chgData name="Neale Batra" userId="7da30d73-63b6-4e7d-bbf3-35360c5b00f5" providerId="ADAL" clId="{0116E664-3F72-4398-A383-38AD5E327C99}" dt="2021-05-11T21:41:01.176" v="1653" actId="164"/>
          <ac:cxnSpMkLst>
            <pc:docMk/>
            <pc:sldMk cId="865477783" sldId="275"/>
            <ac:cxnSpMk id="43" creationId="{B509D2A8-C6AE-41EB-B870-70AF2210A36F}"/>
          </ac:cxnSpMkLst>
        </pc:cxnChg>
        <pc:cxnChg chg="add del mod">
          <ac:chgData name="Neale Batra" userId="7da30d73-63b6-4e7d-bbf3-35360c5b00f5" providerId="ADAL" clId="{0116E664-3F72-4398-A383-38AD5E327C99}" dt="2021-05-11T21:27:58.284" v="1400" actId="478"/>
          <ac:cxnSpMkLst>
            <pc:docMk/>
            <pc:sldMk cId="865477783" sldId="275"/>
            <ac:cxnSpMk id="48" creationId="{EA28229D-751B-40CA-AA7C-5FA3AEBF64B1}"/>
          </ac:cxnSpMkLst>
        </pc:cxnChg>
        <pc:cxnChg chg="add mod">
          <ac:chgData name="Neale Batra" userId="7da30d73-63b6-4e7d-bbf3-35360c5b00f5" providerId="ADAL" clId="{0116E664-3F72-4398-A383-38AD5E327C99}" dt="2021-05-11T21:41:13.349" v="1655" actId="1076"/>
          <ac:cxnSpMkLst>
            <pc:docMk/>
            <pc:sldMk cId="865477783" sldId="275"/>
            <ac:cxnSpMk id="64" creationId="{8E94930E-6F0A-47E3-9F6D-F3ACFAB209C4}"/>
          </ac:cxnSpMkLst>
        </pc:cxnChg>
        <pc:cxnChg chg="add mod">
          <ac:chgData name="Neale Batra" userId="7da30d73-63b6-4e7d-bbf3-35360c5b00f5" providerId="ADAL" clId="{0116E664-3F72-4398-A383-38AD5E327C99}" dt="2021-05-11T21:41:13.349" v="1655" actId="1076"/>
          <ac:cxnSpMkLst>
            <pc:docMk/>
            <pc:sldMk cId="865477783" sldId="275"/>
            <ac:cxnSpMk id="67" creationId="{41FC7B71-6D5C-4774-8AF5-9DDDB9A257E0}"/>
          </ac:cxnSpMkLst>
        </pc:cxnChg>
        <pc:cxnChg chg="add mod">
          <ac:chgData name="Neale Batra" userId="7da30d73-63b6-4e7d-bbf3-35360c5b00f5" providerId="ADAL" clId="{0116E664-3F72-4398-A383-38AD5E327C99}" dt="2021-05-11T21:41:01.176" v="1653" actId="164"/>
          <ac:cxnSpMkLst>
            <pc:docMk/>
            <pc:sldMk cId="865477783" sldId="275"/>
            <ac:cxnSpMk id="70" creationId="{82F43ADC-8880-4DDD-A407-4F7940B34DC0}"/>
          </ac:cxnSpMkLst>
        </pc:cxnChg>
        <pc:cxnChg chg="add mod">
          <ac:chgData name="Neale Batra" userId="7da30d73-63b6-4e7d-bbf3-35360c5b00f5" providerId="ADAL" clId="{0116E664-3F72-4398-A383-38AD5E327C99}" dt="2021-05-11T21:41:01.176" v="1653" actId="164"/>
          <ac:cxnSpMkLst>
            <pc:docMk/>
            <pc:sldMk cId="865477783" sldId="275"/>
            <ac:cxnSpMk id="71" creationId="{03502C2D-A3BF-44C8-A076-3D1772C4A95D}"/>
          </ac:cxnSpMkLst>
        </pc:cxnChg>
        <pc:cxnChg chg="add mod">
          <ac:chgData name="Neale Batra" userId="7da30d73-63b6-4e7d-bbf3-35360c5b00f5" providerId="ADAL" clId="{0116E664-3F72-4398-A383-38AD5E327C99}" dt="2021-05-11T21:41:01.176" v="1653" actId="164"/>
          <ac:cxnSpMkLst>
            <pc:docMk/>
            <pc:sldMk cId="865477783" sldId="275"/>
            <ac:cxnSpMk id="75" creationId="{ED8FCBB5-7F51-4D23-ACB6-185D20305844}"/>
          </ac:cxnSpMkLst>
        </pc:cxnChg>
        <pc:cxnChg chg="add mod">
          <ac:chgData name="Neale Batra" userId="7da30d73-63b6-4e7d-bbf3-35360c5b00f5" providerId="ADAL" clId="{0116E664-3F72-4398-A383-38AD5E327C99}" dt="2021-05-11T21:41:01.176" v="1653" actId="164"/>
          <ac:cxnSpMkLst>
            <pc:docMk/>
            <pc:sldMk cId="865477783" sldId="275"/>
            <ac:cxnSpMk id="79" creationId="{8F7AE589-1C59-4D5F-81AC-D9D86ADACD8F}"/>
          </ac:cxnSpMkLst>
        </pc:cxnChg>
        <pc:cxnChg chg="add mod">
          <ac:chgData name="Neale Batra" userId="7da30d73-63b6-4e7d-bbf3-35360c5b00f5" providerId="ADAL" clId="{0116E664-3F72-4398-A383-38AD5E327C99}" dt="2021-05-11T21:41:01.176" v="1653" actId="164"/>
          <ac:cxnSpMkLst>
            <pc:docMk/>
            <pc:sldMk cId="865477783" sldId="275"/>
            <ac:cxnSpMk id="82" creationId="{08FFB4FD-09CD-4DD3-856A-33D9AB83E7D2}"/>
          </ac:cxnSpMkLst>
        </pc:cxnChg>
        <pc:cxnChg chg="add mod">
          <ac:chgData name="Neale Batra" userId="7da30d73-63b6-4e7d-bbf3-35360c5b00f5" providerId="ADAL" clId="{0116E664-3F72-4398-A383-38AD5E327C99}" dt="2021-05-11T21:40:33.897" v="1652" actId="571"/>
          <ac:cxnSpMkLst>
            <pc:docMk/>
            <pc:sldMk cId="865477783" sldId="275"/>
            <ac:cxnSpMk id="89" creationId="{465D9944-7969-4C57-9B45-C984367612B6}"/>
          </ac:cxnSpMkLst>
        </pc:cxnChg>
        <pc:cxnChg chg="add mod">
          <ac:chgData name="Neale Batra" userId="7da30d73-63b6-4e7d-bbf3-35360c5b00f5" providerId="ADAL" clId="{0116E664-3F72-4398-A383-38AD5E327C99}" dt="2021-05-11T21:40:33.897" v="1652" actId="571"/>
          <ac:cxnSpMkLst>
            <pc:docMk/>
            <pc:sldMk cId="865477783" sldId="275"/>
            <ac:cxnSpMk id="93" creationId="{9C793F4E-7638-45FE-A84C-7646093EB645}"/>
          </ac:cxnSpMkLst>
        </pc:cxnChg>
        <pc:cxnChg chg="add mod">
          <ac:chgData name="Neale Batra" userId="7da30d73-63b6-4e7d-bbf3-35360c5b00f5" providerId="ADAL" clId="{0116E664-3F72-4398-A383-38AD5E327C99}" dt="2021-05-11T21:40:33.897" v="1652" actId="571"/>
          <ac:cxnSpMkLst>
            <pc:docMk/>
            <pc:sldMk cId="865477783" sldId="275"/>
            <ac:cxnSpMk id="94" creationId="{053DD67B-501E-44A2-A814-A725BB5D87D1}"/>
          </ac:cxnSpMkLst>
        </pc:cxnChg>
      </pc:sldChg>
    </pc:docChg>
  </pc:docChgLst>
  <pc:docChgLst>
    <pc:chgData name="Neale Batra" userId="7da30d73-63b6-4e7d-bbf3-35360c5b00f5" providerId="ADAL" clId="{EA7304C4-6BDC-40BA-BEC4-D12D3CAB8D2B}"/>
    <pc:docChg chg="undo redo custSel addSld modSld">
      <pc:chgData name="Neale Batra" userId="7da30d73-63b6-4e7d-bbf3-35360c5b00f5" providerId="ADAL" clId="{EA7304C4-6BDC-40BA-BEC4-D12D3CAB8D2B}" dt="2021-04-24T18:05:09.399" v="999" actId="1076"/>
      <pc:docMkLst>
        <pc:docMk/>
      </pc:docMkLst>
      <pc:sldChg chg="addSp delSp modSp new mod">
        <pc:chgData name="Neale Batra" userId="7da30d73-63b6-4e7d-bbf3-35360c5b00f5" providerId="ADAL" clId="{EA7304C4-6BDC-40BA-BEC4-D12D3CAB8D2B}" dt="2021-04-24T15:58:26.475" v="321" actId="14100"/>
        <pc:sldMkLst>
          <pc:docMk/>
          <pc:sldMk cId="1157554092" sldId="262"/>
        </pc:sldMkLst>
        <pc:spChg chg="del">
          <ac:chgData name="Neale Batra" userId="7da30d73-63b6-4e7d-bbf3-35360c5b00f5" providerId="ADAL" clId="{EA7304C4-6BDC-40BA-BEC4-D12D3CAB8D2B}" dt="2021-04-24T15:51:12.988" v="1" actId="478"/>
          <ac:spMkLst>
            <pc:docMk/>
            <pc:sldMk cId="1157554092" sldId="262"/>
            <ac:spMk id="2" creationId="{8D4A88A4-CA0F-4E93-BDD5-2B88C31B2B13}"/>
          </ac:spMkLst>
        </pc:spChg>
        <pc:spChg chg="del">
          <ac:chgData name="Neale Batra" userId="7da30d73-63b6-4e7d-bbf3-35360c5b00f5" providerId="ADAL" clId="{EA7304C4-6BDC-40BA-BEC4-D12D3CAB8D2B}" dt="2021-04-24T15:51:15.770" v="2" actId="478"/>
          <ac:spMkLst>
            <pc:docMk/>
            <pc:sldMk cId="1157554092" sldId="262"/>
            <ac:spMk id="3" creationId="{3564A94F-6356-4178-9A59-5350FFF3C7E6}"/>
          </ac:spMkLst>
        </pc:spChg>
        <pc:spChg chg="add mod">
          <ac:chgData name="Neale Batra" userId="7da30d73-63b6-4e7d-bbf3-35360c5b00f5" providerId="ADAL" clId="{EA7304C4-6BDC-40BA-BEC4-D12D3CAB8D2B}" dt="2021-04-24T15:58:26.475" v="321" actId="14100"/>
          <ac:spMkLst>
            <pc:docMk/>
            <pc:sldMk cId="1157554092" sldId="262"/>
            <ac:spMk id="8" creationId="{F5C67AF9-7D0F-4372-93EB-F5C37E165ABC}"/>
          </ac:spMkLst>
        </pc:spChg>
        <pc:spChg chg="add mod ord">
          <ac:chgData name="Neale Batra" userId="7da30d73-63b6-4e7d-bbf3-35360c5b00f5" providerId="ADAL" clId="{EA7304C4-6BDC-40BA-BEC4-D12D3CAB8D2B}" dt="2021-04-24T15:58:20.030" v="318" actId="1076"/>
          <ac:spMkLst>
            <pc:docMk/>
            <pc:sldMk cId="1157554092" sldId="262"/>
            <ac:spMk id="9" creationId="{3DF62B93-589A-4A79-BE99-DE3AD8F271B3}"/>
          </ac:spMkLst>
        </pc:spChg>
        <pc:grpChg chg="add mod">
          <ac:chgData name="Neale Batra" userId="7da30d73-63b6-4e7d-bbf3-35360c5b00f5" providerId="ADAL" clId="{EA7304C4-6BDC-40BA-BEC4-D12D3CAB8D2B}" dt="2021-04-24T15:55:35.094" v="245" actId="164"/>
          <ac:grpSpMkLst>
            <pc:docMk/>
            <pc:sldMk cId="1157554092" sldId="262"/>
            <ac:grpSpMk id="10" creationId="{B33C0C3F-AEA5-4200-9678-AFEB6EE670AE}"/>
          </ac:grpSpMkLst>
        </pc:grpChg>
        <pc:picChg chg="add mod">
          <ac:chgData name="Neale Batra" userId="7da30d73-63b6-4e7d-bbf3-35360c5b00f5" providerId="ADAL" clId="{EA7304C4-6BDC-40BA-BEC4-D12D3CAB8D2B}" dt="2021-04-24T15:58:17.294" v="317" actId="14100"/>
          <ac:picMkLst>
            <pc:docMk/>
            <pc:sldMk cId="1157554092" sldId="262"/>
            <ac:picMk id="5" creationId="{87C33498-062B-4C0C-84FD-10D614E18371}"/>
          </ac:picMkLst>
        </pc:picChg>
        <pc:picChg chg="add mod">
          <ac:chgData name="Neale Batra" userId="7da30d73-63b6-4e7d-bbf3-35360c5b00f5" providerId="ADAL" clId="{EA7304C4-6BDC-40BA-BEC4-D12D3CAB8D2B}" dt="2021-04-24T15:58:13.835" v="316" actId="14100"/>
          <ac:picMkLst>
            <pc:docMk/>
            <pc:sldMk cId="1157554092" sldId="262"/>
            <ac:picMk id="7" creationId="{D2AAD485-C4C2-4D37-9C55-DC501FDF7916}"/>
          </ac:picMkLst>
        </pc:picChg>
      </pc:sldChg>
      <pc:sldChg chg="addSp delSp modSp new mod">
        <pc:chgData name="Neale Batra" userId="7da30d73-63b6-4e7d-bbf3-35360c5b00f5" providerId="ADAL" clId="{EA7304C4-6BDC-40BA-BEC4-D12D3CAB8D2B}" dt="2021-04-24T18:05:09.399" v="999" actId="1076"/>
        <pc:sldMkLst>
          <pc:docMk/>
          <pc:sldMk cId="3633776574" sldId="263"/>
        </pc:sldMkLst>
        <pc:spChg chg="del">
          <ac:chgData name="Neale Batra" userId="7da30d73-63b6-4e7d-bbf3-35360c5b00f5" providerId="ADAL" clId="{EA7304C4-6BDC-40BA-BEC4-D12D3CAB8D2B}" dt="2021-04-24T16:29:06.914" v="323" actId="478"/>
          <ac:spMkLst>
            <pc:docMk/>
            <pc:sldMk cId="3633776574" sldId="263"/>
            <ac:spMk id="2" creationId="{5010C11B-C634-4A4E-9919-27DE38C78B5A}"/>
          </ac:spMkLst>
        </pc:spChg>
        <pc:spChg chg="del">
          <ac:chgData name="Neale Batra" userId="7da30d73-63b6-4e7d-bbf3-35360c5b00f5" providerId="ADAL" clId="{EA7304C4-6BDC-40BA-BEC4-D12D3CAB8D2B}" dt="2021-04-24T16:29:10.524" v="324" actId="478"/>
          <ac:spMkLst>
            <pc:docMk/>
            <pc:sldMk cId="3633776574" sldId="263"/>
            <ac:spMk id="3" creationId="{D99FDF47-C4C1-44F0-A4C9-77469D0A640D}"/>
          </ac:spMkLst>
        </pc:spChg>
        <pc:spChg chg="add mod">
          <ac:chgData name="Neale Batra" userId="7da30d73-63b6-4e7d-bbf3-35360c5b00f5" providerId="ADAL" clId="{EA7304C4-6BDC-40BA-BEC4-D12D3CAB8D2B}" dt="2021-04-24T18:03:46.852" v="993" actId="688"/>
          <ac:spMkLst>
            <pc:docMk/>
            <pc:sldMk cId="3633776574" sldId="263"/>
            <ac:spMk id="15" creationId="{00F07C17-CDC5-4273-9CFB-1DC03C494BA4}"/>
          </ac:spMkLst>
        </pc:spChg>
        <pc:spChg chg="add del mod">
          <ac:chgData name="Neale Batra" userId="7da30d73-63b6-4e7d-bbf3-35360c5b00f5" providerId="ADAL" clId="{EA7304C4-6BDC-40BA-BEC4-D12D3CAB8D2B}" dt="2021-04-24T16:51:22.788" v="649" actId="478"/>
          <ac:spMkLst>
            <pc:docMk/>
            <pc:sldMk cId="3633776574" sldId="263"/>
            <ac:spMk id="19" creationId="{FF948B9E-0147-4AC6-B9A6-D598EDE89216}"/>
          </ac:spMkLst>
        </pc:spChg>
        <pc:spChg chg="add mod">
          <ac:chgData name="Neale Batra" userId="7da30d73-63b6-4e7d-bbf3-35360c5b00f5" providerId="ADAL" clId="{EA7304C4-6BDC-40BA-BEC4-D12D3CAB8D2B}" dt="2021-04-24T16:52:38.516" v="671" actId="164"/>
          <ac:spMkLst>
            <pc:docMk/>
            <pc:sldMk cId="3633776574" sldId="263"/>
            <ac:spMk id="20" creationId="{BF2992F6-1FB6-4451-9F29-0B10BCFF1FB5}"/>
          </ac:spMkLst>
        </pc:spChg>
        <pc:spChg chg="add mod">
          <ac:chgData name="Neale Batra" userId="7da30d73-63b6-4e7d-bbf3-35360c5b00f5" providerId="ADAL" clId="{EA7304C4-6BDC-40BA-BEC4-D12D3CAB8D2B}" dt="2021-04-24T16:52:38.516" v="671" actId="164"/>
          <ac:spMkLst>
            <pc:docMk/>
            <pc:sldMk cId="3633776574" sldId="263"/>
            <ac:spMk id="21" creationId="{530EC5AF-B482-49E9-97D0-E60EC2CAA42C}"/>
          </ac:spMkLst>
        </pc:spChg>
        <pc:spChg chg="add mod">
          <ac:chgData name="Neale Batra" userId="7da30d73-63b6-4e7d-bbf3-35360c5b00f5" providerId="ADAL" clId="{EA7304C4-6BDC-40BA-BEC4-D12D3CAB8D2B}" dt="2021-04-24T18:04:56.767" v="995" actId="1076"/>
          <ac:spMkLst>
            <pc:docMk/>
            <pc:sldMk cId="3633776574" sldId="263"/>
            <ac:spMk id="27" creationId="{2FFA9569-56A5-47EF-AFDF-1866405EB4B8}"/>
          </ac:spMkLst>
        </pc:spChg>
        <pc:spChg chg="add mod">
          <ac:chgData name="Neale Batra" userId="7da30d73-63b6-4e7d-bbf3-35360c5b00f5" providerId="ADAL" clId="{EA7304C4-6BDC-40BA-BEC4-D12D3CAB8D2B}" dt="2021-04-24T16:52:38.516" v="671" actId="164"/>
          <ac:spMkLst>
            <pc:docMk/>
            <pc:sldMk cId="3633776574" sldId="263"/>
            <ac:spMk id="31" creationId="{C2FE1DCC-6855-46B9-B50F-83DAFEF89657}"/>
          </ac:spMkLst>
        </pc:spChg>
        <pc:spChg chg="add mod">
          <ac:chgData name="Neale Batra" userId="7da30d73-63b6-4e7d-bbf3-35360c5b00f5" providerId="ADAL" clId="{EA7304C4-6BDC-40BA-BEC4-D12D3CAB8D2B}" dt="2021-04-24T16:52:38.516" v="671" actId="164"/>
          <ac:spMkLst>
            <pc:docMk/>
            <pc:sldMk cId="3633776574" sldId="263"/>
            <ac:spMk id="35" creationId="{B1CBDA52-F562-41A6-9B9B-8D61E083176D}"/>
          </ac:spMkLst>
        </pc:spChg>
        <pc:spChg chg="add mod">
          <ac:chgData name="Neale Batra" userId="7da30d73-63b6-4e7d-bbf3-35360c5b00f5" providerId="ADAL" clId="{EA7304C4-6BDC-40BA-BEC4-D12D3CAB8D2B}" dt="2021-04-24T18:05:09.399" v="999" actId="1076"/>
          <ac:spMkLst>
            <pc:docMk/>
            <pc:sldMk cId="3633776574" sldId="263"/>
            <ac:spMk id="37" creationId="{6036CBE5-8C26-4648-8162-BDEF434DB4A2}"/>
          </ac:spMkLst>
        </pc:spChg>
        <pc:spChg chg="add mod">
          <ac:chgData name="Neale Batra" userId="7da30d73-63b6-4e7d-bbf3-35360c5b00f5" providerId="ADAL" clId="{EA7304C4-6BDC-40BA-BEC4-D12D3CAB8D2B}" dt="2021-04-24T18:04:52.352" v="994" actId="1076"/>
          <ac:spMkLst>
            <pc:docMk/>
            <pc:sldMk cId="3633776574" sldId="263"/>
            <ac:spMk id="38" creationId="{E46D30A7-9E75-4288-9A5C-B68D91216334}"/>
          </ac:spMkLst>
        </pc:spChg>
        <pc:grpChg chg="add mod">
          <ac:chgData name="Neale Batra" userId="7da30d73-63b6-4e7d-bbf3-35360c5b00f5" providerId="ADAL" clId="{EA7304C4-6BDC-40BA-BEC4-D12D3CAB8D2B}" dt="2021-04-24T18:03:02.546" v="984" actId="164"/>
          <ac:grpSpMkLst>
            <pc:docMk/>
            <pc:sldMk cId="3633776574" sldId="263"/>
            <ac:grpSpMk id="36" creationId="{3B8AC059-AECD-4765-ABBD-7D7A500537EC}"/>
          </ac:grpSpMkLst>
        </pc:grpChg>
        <pc:grpChg chg="add mod">
          <ac:chgData name="Neale Batra" userId="7da30d73-63b6-4e7d-bbf3-35360c5b00f5" providerId="ADAL" clId="{EA7304C4-6BDC-40BA-BEC4-D12D3CAB8D2B}" dt="2021-04-24T18:03:02.546" v="984" actId="164"/>
          <ac:grpSpMkLst>
            <pc:docMk/>
            <pc:sldMk cId="3633776574" sldId="263"/>
            <ac:grpSpMk id="39" creationId="{82850DD5-F61A-460C-983E-08338F78C35C}"/>
          </ac:grpSpMkLst>
        </pc:grpChg>
        <pc:picChg chg="add mod">
          <ac:chgData name="Neale Batra" userId="7da30d73-63b6-4e7d-bbf3-35360c5b00f5" providerId="ADAL" clId="{EA7304C4-6BDC-40BA-BEC4-D12D3CAB8D2B}" dt="2021-04-24T18:03:42.047" v="991" actId="1076"/>
          <ac:picMkLst>
            <pc:docMk/>
            <pc:sldMk cId="3633776574" sldId="263"/>
            <ac:picMk id="5" creationId="{968580CD-A118-4F84-8003-31F5C65FC201}"/>
          </ac:picMkLst>
        </pc:picChg>
        <pc:picChg chg="add mod">
          <ac:chgData name="Neale Batra" userId="7da30d73-63b6-4e7d-bbf3-35360c5b00f5" providerId="ADAL" clId="{EA7304C4-6BDC-40BA-BEC4-D12D3CAB8D2B}" dt="2021-04-24T16:52:38.516" v="671" actId="164"/>
          <ac:picMkLst>
            <pc:docMk/>
            <pc:sldMk cId="3633776574" sldId="263"/>
            <ac:picMk id="7" creationId="{CDDB7A08-1B6A-49C0-8589-D9BE22D45851}"/>
          </ac:picMkLst>
        </pc:picChg>
        <pc:cxnChg chg="add mod">
          <ac:chgData name="Neale Batra" userId="7da30d73-63b6-4e7d-bbf3-35360c5b00f5" providerId="ADAL" clId="{EA7304C4-6BDC-40BA-BEC4-D12D3CAB8D2B}" dt="2021-04-24T18:03:17.544" v="986" actId="14100"/>
          <ac:cxnSpMkLst>
            <pc:docMk/>
            <pc:sldMk cId="3633776574" sldId="263"/>
            <ac:cxnSpMk id="9" creationId="{530836B2-11BD-4310-82E4-7D911F2B3A7C}"/>
          </ac:cxnSpMkLst>
        </pc:cxnChg>
        <pc:cxnChg chg="add mod">
          <ac:chgData name="Neale Batra" userId="7da30d73-63b6-4e7d-bbf3-35360c5b00f5" providerId="ADAL" clId="{EA7304C4-6BDC-40BA-BEC4-D12D3CAB8D2B}" dt="2021-04-24T16:52:38.516" v="671" actId="164"/>
          <ac:cxnSpMkLst>
            <pc:docMk/>
            <pc:sldMk cId="3633776574" sldId="263"/>
            <ac:cxnSpMk id="11" creationId="{0F27F94D-82BE-4405-AD74-3DC91A3C29A8}"/>
          </ac:cxnSpMkLst>
        </pc:cxnChg>
        <pc:cxnChg chg="add mod">
          <ac:chgData name="Neale Batra" userId="7da30d73-63b6-4e7d-bbf3-35360c5b00f5" providerId="ADAL" clId="{EA7304C4-6BDC-40BA-BEC4-D12D3CAB8D2B}" dt="2021-04-24T16:52:38.516" v="671" actId="164"/>
          <ac:cxnSpMkLst>
            <pc:docMk/>
            <pc:sldMk cId="3633776574" sldId="263"/>
            <ac:cxnSpMk id="13" creationId="{5898EC8E-66EE-4110-9F91-EC0D79A414C9}"/>
          </ac:cxnSpMkLst>
        </pc:cxnChg>
        <pc:cxnChg chg="add mod">
          <ac:chgData name="Neale Batra" userId="7da30d73-63b6-4e7d-bbf3-35360c5b00f5" providerId="ADAL" clId="{EA7304C4-6BDC-40BA-BEC4-D12D3CAB8D2B}" dt="2021-04-24T16:52:38.516" v="671" actId="164"/>
          <ac:cxnSpMkLst>
            <pc:docMk/>
            <pc:sldMk cId="3633776574" sldId="263"/>
            <ac:cxnSpMk id="22" creationId="{CD136AB1-CDE7-46F5-8D48-DEEF6FE82ACD}"/>
          </ac:cxnSpMkLst>
        </pc:cxnChg>
        <pc:cxnChg chg="add mod">
          <ac:chgData name="Neale Batra" userId="7da30d73-63b6-4e7d-bbf3-35360c5b00f5" providerId="ADAL" clId="{EA7304C4-6BDC-40BA-BEC4-D12D3CAB8D2B}" dt="2021-04-24T18:05:04.529" v="998" actId="14100"/>
          <ac:cxnSpMkLst>
            <pc:docMk/>
            <pc:sldMk cId="3633776574" sldId="263"/>
            <ac:cxnSpMk id="28" creationId="{F917340C-A198-4488-A06D-9D434383CD9A}"/>
          </ac:cxnSpMkLst>
        </pc:cxnChg>
        <pc:cxnChg chg="add mod">
          <ac:chgData name="Neale Batra" userId="7da30d73-63b6-4e7d-bbf3-35360c5b00f5" providerId="ADAL" clId="{EA7304C4-6BDC-40BA-BEC4-D12D3CAB8D2B}" dt="2021-04-24T18:03:41.667" v="990" actId="14100"/>
          <ac:cxnSpMkLst>
            <pc:docMk/>
            <pc:sldMk cId="3633776574" sldId="263"/>
            <ac:cxnSpMk id="32" creationId="{497EE7C1-E4AB-47F6-9FD9-EF9309242096}"/>
          </ac:cxnSpMkLst>
        </pc:cxnChg>
      </pc:sldChg>
      <pc:sldChg chg="addSp delSp modSp new mod">
        <pc:chgData name="Neale Batra" userId="7da30d73-63b6-4e7d-bbf3-35360c5b00f5" providerId="ADAL" clId="{EA7304C4-6BDC-40BA-BEC4-D12D3CAB8D2B}" dt="2021-04-24T17:59:32.332" v="934" actId="1076"/>
        <pc:sldMkLst>
          <pc:docMk/>
          <pc:sldMk cId="239144452" sldId="264"/>
        </pc:sldMkLst>
        <pc:spChg chg="del">
          <ac:chgData name="Neale Batra" userId="7da30d73-63b6-4e7d-bbf3-35360c5b00f5" providerId="ADAL" clId="{EA7304C4-6BDC-40BA-BEC4-D12D3CAB8D2B}" dt="2021-04-24T16:55:31.477" v="673" actId="478"/>
          <ac:spMkLst>
            <pc:docMk/>
            <pc:sldMk cId="239144452" sldId="264"/>
            <ac:spMk id="2" creationId="{62DF3378-9F63-453C-A817-1BACCD591F02}"/>
          </ac:spMkLst>
        </pc:spChg>
        <pc:spChg chg="del">
          <ac:chgData name="Neale Batra" userId="7da30d73-63b6-4e7d-bbf3-35360c5b00f5" providerId="ADAL" clId="{EA7304C4-6BDC-40BA-BEC4-D12D3CAB8D2B}" dt="2021-04-24T16:55:29.750" v="672" actId="478"/>
          <ac:spMkLst>
            <pc:docMk/>
            <pc:sldMk cId="239144452" sldId="264"/>
            <ac:spMk id="3" creationId="{389CC464-E5B1-4FD3-B190-ACE9E067A4C2}"/>
          </ac:spMkLst>
        </pc:spChg>
        <pc:spChg chg="add del mod">
          <ac:chgData name="Neale Batra" userId="7da30d73-63b6-4e7d-bbf3-35360c5b00f5" providerId="ADAL" clId="{EA7304C4-6BDC-40BA-BEC4-D12D3CAB8D2B}" dt="2021-04-24T17:59:28.280" v="933" actId="164"/>
          <ac:spMkLst>
            <pc:docMk/>
            <pc:sldMk cId="239144452" sldId="264"/>
            <ac:spMk id="8" creationId="{C9A6FE16-092C-4D95-9028-04ED439CFBD5}"/>
          </ac:spMkLst>
        </pc:spChg>
        <pc:spChg chg="add mod">
          <ac:chgData name="Neale Batra" userId="7da30d73-63b6-4e7d-bbf3-35360c5b00f5" providerId="ADAL" clId="{EA7304C4-6BDC-40BA-BEC4-D12D3CAB8D2B}" dt="2021-04-24T17:59:28.280" v="933" actId="164"/>
          <ac:spMkLst>
            <pc:docMk/>
            <pc:sldMk cId="239144452" sldId="264"/>
            <ac:spMk id="10" creationId="{818C3D06-C34A-425F-AE86-D6B1D5CD21B1}"/>
          </ac:spMkLst>
        </pc:spChg>
        <pc:spChg chg="add mod">
          <ac:chgData name="Neale Batra" userId="7da30d73-63b6-4e7d-bbf3-35360c5b00f5" providerId="ADAL" clId="{EA7304C4-6BDC-40BA-BEC4-D12D3CAB8D2B}" dt="2021-04-24T17:59:28.280" v="933" actId="164"/>
          <ac:spMkLst>
            <pc:docMk/>
            <pc:sldMk cId="239144452" sldId="264"/>
            <ac:spMk id="15" creationId="{2A28D302-6DF8-4649-93D4-2656A0895ACA}"/>
          </ac:spMkLst>
        </pc:spChg>
        <pc:spChg chg="add mod">
          <ac:chgData name="Neale Batra" userId="7da30d73-63b6-4e7d-bbf3-35360c5b00f5" providerId="ADAL" clId="{EA7304C4-6BDC-40BA-BEC4-D12D3CAB8D2B}" dt="2021-04-24T17:59:28.280" v="933" actId="164"/>
          <ac:spMkLst>
            <pc:docMk/>
            <pc:sldMk cId="239144452" sldId="264"/>
            <ac:spMk id="27" creationId="{5995233B-B1D5-405B-BA6B-71AC18D0ECEA}"/>
          </ac:spMkLst>
        </pc:spChg>
        <pc:spChg chg="add mod">
          <ac:chgData name="Neale Batra" userId="7da30d73-63b6-4e7d-bbf3-35360c5b00f5" providerId="ADAL" clId="{EA7304C4-6BDC-40BA-BEC4-D12D3CAB8D2B}" dt="2021-04-24T17:59:28.280" v="933" actId="164"/>
          <ac:spMkLst>
            <pc:docMk/>
            <pc:sldMk cId="239144452" sldId="264"/>
            <ac:spMk id="41" creationId="{1CCE8BD3-50DB-4BAB-9925-E262E6FAC655}"/>
          </ac:spMkLst>
        </pc:spChg>
        <pc:grpChg chg="add mod">
          <ac:chgData name="Neale Batra" userId="7da30d73-63b6-4e7d-bbf3-35360c5b00f5" providerId="ADAL" clId="{EA7304C4-6BDC-40BA-BEC4-D12D3CAB8D2B}" dt="2021-04-24T17:59:28.280" v="933" actId="164"/>
          <ac:grpSpMkLst>
            <pc:docMk/>
            <pc:sldMk cId="239144452" sldId="264"/>
            <ac:grpSpMk id="24" creationId="{0803F65A-9BDC-4E54-9499-C4196CA061EF}"/>
          </ac:grpSpMkLst>
        </pc:grpChg>
        <pc:grpChg chg="add mod">
          <ac:chgData name="Neale Batra" userId="7da30d73-63b6-4e7d-bbf3-35360c5b00f5" providerId="ADAL" clId="{EA7304C4-6BDC-40BA-BEC4-D12D3CAB8D2B}" dt="2021-04-24T17:59:32.332" v="934" actId="1076"/>
          <ac:grpSpMkLst>
            <pc:docMk/>
            <pc:sldMk cId="239144452" sldId="264"/>
            <ac:grpSpMk id="52" creationId="{D8C3FF78-5D62-4CE5-A74E-F8E89CA8F6AF}"/>
          </ac:grpSpMkLst>
        </pc:grpChg>
        <pc:picChg chg="add mod">
          <ac:chgData name="Neale Batra" userId="7da30d73-63b6-4e7d-bbf3-35360c5b00f5" providerId="ADAL" clId="{EA7304C4-6BDC-40BA-BEC4-D12D3CAB8D2B}" dt="2021-04-24T17:59:28.280" v="933" actId="164"/>
          <ac:picMkLst>
            <pc:docMk/>
            <pc:sldMk cId="239144452" sldId="264"/>
            <ac:picMk id="4" creationId="{0E9F79E1-88CD-4596-9A74-971457DAEFCA}"/>
          </ac:picMkLst>
        </pc:picChg>
        <pc:picChg chg="add mod">
          <ac:chgData name="Neale Batra" userId="7da30d73-63b6-4e7d-bbf3-35360c5b00f5" providerId="ADAL" clId="{EA7304C4-6BDC-40BA-BEC4-D12D3CAB8D2B}" dt="2021-04-24T17:59:28.280" v="933" actId="164"/>
          <ac:picMkLst>
            <pc:docMk/>
            <pc:sldMk cId="239144452" sldId="264"/>
            <ac:picMk id="5" creationId="{2D7A190B-E2D3-4682-BCFC-BE415EB3F8B3}"/>
          </ac:picMkLst>
        </pc:picChg>
        <pc:picChg chg="add mod">
          <ac:chgData name="Neale Batra" userId="7da30d73-63b6-4e7d-bbf3-35360c5b00f5" providerId="ADAL" clId="{EA7304C4-6BDC-40BA-BEC4-D12D3CAB8D2B}" dt="2021-04-24T17:59:28.280" v="933" actId="164"/>
          <ac:picMkLst>
            <pc:docMk/>
            <pc:sldMk cId="239144452" sldId="264"/>
            <ac:picMk id="12" creationId="{58457C07-C40B-45B1-898A-2CB8628D23B9}"/>
          </ac:picMkLst>
        </pc:picChg>
        <pc:picChg chg="add del">
          <ac:chgData name="Neale Batra" userId="7da30d73-63b6-4e7d-bbf3-35360c5b00f5" providerId="ADAL" clId="{EA7304C4-6BDC-40BA-BEC4-D12D3CAB8D2B}" dt="2021-04-24T16:58:38.797" v="740" actId="22"/>
          <ac:picMkLst>
            <pc:docMk/>
            <pc:sldMk cId="239144452" sldId="264"/>
            <ac:picMk id="14" creationId="{65F86C1A-486F-4225-A54F-757E43967B8F}"/>
          </ac:picMkLst>
        </pc:picChg>
        <pc:picChg chg="add mod">
          <ac:chgData name="Neale Batra" userId="7da30d73-63b6-4e7d-bbf3-35360c5b00f5" providerId="ADAL" clId="{EA7304C4-6BDC-40BA-BEC4-D12D3CAB8D2B}" dt="2021-04-24T17:02:25.540" v="811" actId="164"/>
          <ac:picMkLst>
            <pc:docMk/>
            <pc:sldMk cId="239144452" sldId="264"/>
            <ac:picMk id="17" creationId="{991A578F-28C8-4BF2-BF6C-8D77274E8DDC}"/>
          </ac:picMkLst>
        </pc:picChg>
        <pc:picChg chg="add mod">
          <ac:chgData name="Neale Batra" userId="7da30d73-63b6-4e7d-bbf3-35360c5b00f5" providerId="ADAL" clId="{EA7304C4-6BDC-40BA-BEC4-D12D3CAB8D2B}" dt="2021-04-24T17:02:25.540" v="811" actId="164"/>
          <ac:picMkLst>
            <pc:docMk/>
            <pc:sldMk cId="239144452" sldId="264"/>
            <ac:picMk id="19" creationId="{AD1AD362-8C99-4D39-ABD7-499C24448A2B}"/>
          </ac:picMkLst>
        </pc:picChg>
        <pc:picChg chg="add mod">
          <ac:chgData name="Neale Batra" userId="7da30d73-63b6-4e7d-bbf3-35360c5b00f5" providerId="ADAL" clId="{EA7304C4-6BDC-40BA-BEC4-D12D3CAB8D2B}" dt="2021-04-24T17:02:25.540" v="811" actId="164"/>
          <ac:picMkLst>
            <pc:docMk/>
            <pc:sldMk cId="239144452" sldId="264"/>
            <ac:picMk id="21" creationId="{18C144EB-C8DF-42CC-9ED9-FDC3B8D49F78}"/>
          </ac:picMkLst>
        </pc:picChg>
        <pc:picChg chg="add mod">
          <ac:chgData name="Neale Batra" userId="7da30d73-63b6-4e7d-bbf3-35360c5b00f5" providerId="ADAL" clId="{EA7304C4-6BDC-40BA-BEC4-D12D3CAB8D2B}" dt="2021-04-24T17:02:25.540" v="811" actId="164"/>
          <ac:picMkLst>
            <pc:docMk/>
            <pc:sldMk cId="239144452" sldId="264"/>
            <ac:picMk id="23" creationId="{9607DF85-25AD-4C0C-9AEE-A51238BDA504}"/>
          </ac:picMkLst>
        </pc:picChg>
        <pc:picChg chg="add del mod">
          <ac:chgData name="Neale Batra" userId="7da30d73-63b6-4e7d-bbf3-35360c5b00f5" providerId="ADAL" clId="{EA7304C4-6BDC-40BA-BEC4-D12D3CAB8D2B}" dt="2021-04-24T17:02:32.786" v="814"/>
          <ac:picMkLst>
            <pc:docMk/>
            <pc:sldMk cId="239144452" sldId="264"/>
            <ac:picMk id="25" creationId="{9DB90534-EE21-4337-93BE-853C73B41530}"/>
          </ac:picMkLst>
        </pc:picChg>
        <pc:picChg chg="add del mod">
          <ac:chgData name="Neale Batra" userId="7da30d73-63b6-4e7d-bbf3-35360c5b00f5" providerId="ADAL" clId="{EA7304C4-6BDC-40BA-BEC4-D12D3CAB8D2B}" dt="2021-04-24T17:02:35.594" v="816"/>
          <ac:picMkLst>
            <pc:docMk/>
            <pc:sldMk cId="239144452" sldId="264"/>
            <ac:picMk id="26" creationId="{67372854-7409-4214-AD2B-DFDFA67ECEFF}"/>
          </ac:picMkLst>
        </pc:picChg>
        <pc:picChg chg="add mod">
          <ac:chgData name="Neale Batra" userId="7da30d73-63b6-4e7d-bbf3-35360c5b00f5" providerId="ADAL" clId="{EA7304C4-6BDC-40BA-BEC4-D12D3CAB8D2B}" dt="2021-04-24T17:59:28.280" v="933" actId="164"/>
          <ac:picMkLst>
            <pc:docMk/>
            <pc:sldMk cId="239144452" sldId="264"/>
            <ac:picMk id="40" creationId="{BDFC0151-669E-4F97-9F8D-F429FF6361F6}"/>
          </ac:picMkLst>
        </pc:picChg>
        <pc:cxnChg chg="add mod">
          <ac:chgData name="Neale Batra" userId="7da30d73-63b6-4e7d-bbf3-35360c5b00f5" providerId="ADAL" clId="{EA7304C4-6BDC-40BA-BEC4-D12D3CAB8D2B}" dt="2021-04-24T17:59:28.280" v="933" actId="164"/>
          <ac:cxnSpMkLst>
            <pc:docMk/>
            <pc:sldMk cId="239144452" sldId="264"/>
            <ac:cxnSpMk id="6" creationId="{30B74806-480B-4863-9FD1-179FD477B973}"/>
          </ac:cxnSpMkLst>
        </pc:cxnChg>
        <pc:cxnChg chg="add del mod">
          <ac:chgData name="Neale Batra" userId="7da30d73-63b6-4e7d-bbf3-35360c5b00f5" providerId="ADAL" clId="{EA7304C4-6BDC-40BA-BEC4-D12D3CAB8D2B}" dt="2021-04-24T16:56:34.653" v="709" actId="478"/>
          <ac:cxnSpMkLst>
            <pc:docMk/>
            <pc:sldMk cId="239144452" sldId="264"/>
            <ac:cxnSpMk id="9" creationId="{FCE000A6-2479-44F0-98B7-EBC153058F32}"/>
          </ac:cxnSpMkLst>
        </pc:cxnChg>
        <pc:cxnChg chg="add mod">
          <ac:chgData name="Neale Batra" userId="7da30d73-63b6-4e7d-bbf3-35360c5b00f5" providerId="ADAL" clId="{EA7304C4-6BDC-40BA-BEC4-D12D3CAB8D2B}" dt="2021-04-24T17:59:28.280" v="933" actId="164"/>
          <ac:cxnSpMkLst>
            <pc:docMk/>
            <pc:sldMk cId="239144452" sldId="264"/>
            <ac:cxnSpMk id="28" creationId="{31DED11E-221D-4B32-9116-9496CE23B80C}"/>
          </ac:cxnSpMkLst>
        </pc:cxnChg>
        <pc:cxnChg chg="add mod">
          <ac:chgData name="Neale Batra" userId="7da30d73-63b6-4e7d-bbf3-35360c5b00f5" providerId="ADAL" clId="{EA7304C4-6BDC-40BA-BEC4-D12D3CAB8D2B}" dt="2021-04-24T17:59:28.280" v="933" actId="164"/>
          <ac:cxnSpMkLst>
            <pc:docMk/>
            <pc:sldMk cId="239144452" sldId="264"/>
            <ac:cxnSpMk id="29" creationId="{E1F8B9BD-11E8-4C3F-BA56-78F7582B9C76}"/>
          </ac:cxnSpMkLst>
        </pc:cxnChg>
        <pc:cxnChg chg="add mod">
          <ac:chgData name="Neale Batra" userId="7da30d73-63b6-4e7d-bbf3-35360c5b00f5" providerId="ADAL" clId="{EA7304C4-6BDC-40BA-BEC4-D12D3CAB8D2B}" dt="2021-04-24T17:59:28.280" v="933" actId="164"/>
          <ac:cxnSpMkLst>
            <pc:docMk/>
            <pc:sldMk cId="239144452" sldId="264"/>
            <ac:cxnSpMk id="44" creationId="{5E5DB19D-A510-4EDB-A5E5-3513493EDE4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B22E6-535F-4C00-B1E7-AE537FAF0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61A2E-4A1C-4D98-AEB3-D5ECC2E00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F9608-A1F3-4AA6-92A9-AB6DAEA86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C078-24A9-4A2C-A50D-2D2C492CD56E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8D48C-CFCA-4FDB-ABA7-99362C94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95E9F-A57A-465D-9C07-B292BE7E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D1EA7-DB76-4B7B-AD52-B45720EA6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0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9BBA-E14C-484E-8189-F5D54581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A93D8-27EC-4E10-80C8-97FB21933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BE576-855A-4BD4-9E72-27DC0FAE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C078-24A9-4A2C-A50D-2D2C492CD56E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311A8-570E-4CE9-85C3-FCB100BA4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61470-AE63-451B-9B65-4CF854C5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D1EA7-DB76-4B7B-AD52-B45720EA6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6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022A9-9983-4A8B-9DDC-E3934A72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23C62-60AC-40FA-ADA8-2A3445CF8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BA90A-3EA1-4ABB-89E4-E326A69CA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C078-24A9-4A2C-A50D-2D2C492CD56E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F051D-1704-4C6D-995B-124C633A9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A0D33-80BD-4DF7-AD4A-9A263A79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D1EA7-DB76-4B7B-AD52-B45720EA6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8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ECD3A-2415-430C-806D-4F0451812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D7743-19FA-4536-B173-D17734963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3C36A-DA6B-427E-89A4-8BA30AD2C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395D7-9F3B-4CD7-9405-1245FFF5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C078-24A9-4A2C-A50D-2D2C492CD56E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516B4-17CC-48C1-BBB0-9358DE9EB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B4DA5-649D-4EDC-8F5F-7ACACA0D3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D1EA7-DB76-4B7B-AD52-B45720EA6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2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6DA8-FC22-4D54-B1B4-EF22325A6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2AD18-EA9D-42AA-B427-04AA8A306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D235C-86D2-44F1-8FE6-9E9B7E44D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830B8B-9411-421B-9453-F8BF2870F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A4AC68-DC01-445B-8C53-A54ECB3B4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9A5A3C-76CC-4099-8747-56DD0E9F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C078-24A9-4A2C-A50D-2D2C492CD56E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EE4664-1983-491D-A9E9-E6D374B95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92012A-3A00-4F84-8F2D-216807674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D1EA7-DB76-4B7B-AD52-B45720EA6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CCAE-A734-4C2F-AB7B-0C750C6B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74A8A-1DF2-4E09-B638-9B1090DC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C078-24A9-4A2C-A50D-2D2C492CD56E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028E4-62F7-4A4D-91EC-92EEF4071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0EAEAD-5A6B-4870-A7D3-227B139C7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D1EA7-DB76-4B7B-AD52-B45720EA6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7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CA2D2F-46A4-41FB-B403-8B0A605B6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C078-24A9-4A2C-A50D-2D2C492CD56E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75014-03A0-4034-A6C0-F58BB430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74E42-919E-4674-B05A-33DC8E4EC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D1EA7-DB76-4B7B-AD52-B45720EA6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29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20CDE-8EF5-4AAD-96F0-CFA8BF31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E339D-96D6-48A0-99C9-156A0B177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24ED5-B82B-4AB6-8E82-EBBA4B824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2815D-E2F3-4DCA-AD58-539D815A9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C078-24A9-4A2C-A50D-2D2C492CD56E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523FC-AC92-4B1F-B97F-29B81A6BD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53ABE-8E89-4223-97DD-CD91C94F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D1EA7-DB76-4B7B-AD52-B45720EA6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60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4AE2-DD7E-4B78-9252-AC4AC940A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7AF282-C259-4D76-A461-0359CDE02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AB83-3FE8-47DC-BC1C-3F9885482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41EB4-B953-48E8-9C4A-7CCE6DDB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C078-24A9-4A2C-A50D-2D2C492CD56E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DADD5-72F2-4318-9582-45D5FFC8F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85E06-3571-47C5-A39E-7A735A23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D1EA7-DB76-4B7B-AD52-B45720EA6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60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EBFF8-E139-4100-9698-C12D10AB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C6F1B-C73E-44EF-ACBC-0F948ED26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F3191-A1F8-469B-B56F-BFABEFF86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C078-24A9-4A2C-A50D-2D2C492CD56E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F86BF-6CC0-4D10-B4C9-1224D319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272E4-6E80-4E6D-A17A-9A1DEABB3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D1EA7-DB76-4B7B-AD52-B45720EA6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2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170B1A-9AA3-4628-B5A6-B527466CE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EF57F-895F-4028-B0AF-256BCB85E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5C98-29F8-4F66-8453-9130D5BA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C078-24A9-4A2C-A50D-2D2C492CD56E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AAB3B-D7DC-495B-A4C0-74AA64051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D8DAF-DD1A-4210-9CF2-5AD9BDFE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D1EA7-DB76-4B7B-AD52-B45720EA6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91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CCD8D5-60E9-465F-A8B4-CB6780287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73241-24D4-491E-AC1E-BD2518C70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98DD5-211B-499A-BCF3-1F58F0012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0C078-24A9-4A2C-A50D-2D2C492CD56E}" type="datetimeFigureOut">
              <a:rPr lang="en-US" smtClean="0"/>
              <a:t>5/11/2021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536E2-8911-446D-A897-45969A257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C3018-68F8-4398-994E-E5B1DB75E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D1EA7-DB76-4B7B-AD52-B45720EA6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4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phil.cdc.gov/Details.aspx?pid=23186" TargetMode="External"/><Relationship Id="rId7" Type="http://schemas.openxmlformats.org/officeDocument/2006/relationships/image" Target="../media/image11.png"/><Relationship Id="rId2" Type="http://schemas.openxmlformats.org/officeDocument/2006/relationships/hyperlink" Target="https://phil.cdc.gov/Details.aspx?pid=1962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www.r-graph-gallery.com/257-input-formats-for-network-charts.html" TargetMode="External"/><Relationship Id="rId4" Type="http://schemas.openxmlformats.org/officeDocument/2006/relationships/hyperlink" Target="https://phil.cdc.gov/Details.aspx?pid=19838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21BE9B1-B7F7-4A9F-8B49-77D233C7DD50}"/>
              </a:ext>
            </a:extLst>
          </p:cNvPr>
          <p:cNvGrpSpPr/>
          <p:nvPr/>
        </p:nvGrpSpPr>
        <p:grpSpPr>
          <a:xfrm>
            <a:off x="1154416" y="590760"/>
            <a:ext cx="9883167" cy="5676480"/>
            <a:chOff x="348963" y="708677"/>
            <a:chExt cx="9883167" cy="56764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1153CBA-E9E1-465E-B9BC-B5F2E6C2B257}"/>
                </a:ext>
              </a:extLst>
            </p:cNvPr>
            <p:cNvGrpSpPr/>
            <p:nvPr/>
          </p:nvGrpSpPr>
          <p:grpSpPr>
            <a:xfrm>
              <a:off x="348963" y="708677"/>
              <a:ext cx="9883167" cy="5676480"/>
              <a:chOff x="234396" y="758108"/>
              <a:chExt cx="9883167" cy="567648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FC6891C-837E-456E-9B7B-F3EE7B8A6E2E}"/>
                  </a:ext>
                </a:extLst>
              </p:cNvPr>
              <p:cNvGrpSpPr/>
              <p:nvPr/>
            </p:nvGrpSpPr>
            <p:grpSpPr>
              <a:xfrm>
                <a:off x="234396" y="867715"/>
                <a:ext cx="9883167" cy="5543334"/>
                <a:chOff x="234396" y="867715"/>
                <a:chExt cx="9883167" cy="5543334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5EF3C8A2-8018-45C5-BD32-1C7C083F56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68171" y="867715"/>
                  <a:ext cx="2074719" cy="1578643"/>
                </a:xfrm>
                <a:prstGeom prst="rect">
                  <a:avLst/>
                </a:prstGeom>
                <a:effectLst>
                  <a:softEdge rad="127000"/>
                </a:effectLst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1EA93B12-4567-4108-94C9-ECFA40727C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29522"/>
                <a:stretch/>
              </p:blipFill>
              <p:spPr>
                <a:xfrm>
                  <a:off x="3056855" y="4591590"/>
                  <a:ext cx="4381407" cy="1729648"/>
                </a:xfrm>
                <a:prstGeom prst="rect">
                  <a:avLst/>
                </a:prstGeom>
                <a:effectLst>
                  <a:softEdge rad="127000"/>
                </a:effectLst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6FE132C2-A5DF-479C-8D6F-377D6E7023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sharpenSoften amount="-31000"/>
                          </a14:imgEffect>
                        </a14:imgLayer>
                      </a14:imgProps>
                    </a:ext>
                  </a:extLst>
                </a:blip>
                <a:srcRect l="-1581" t="114" r="15999" b="-114"/>
                <a:stretch/>
              </p:blipFill>
              <p:spPr>
                <a:xfrm>
                  <a:off x="234396" y="4556291"/>
                  <a:ext cx="2713300" cy="1854758"/>
                </a:xfrm>
                <a:prstGeom prst="rect">
                  <a:avLst/>
                </a:prstGeom>
                <a:effectLst>
                  <a:softEdge rad="63500"/>
                </a:effectLst>
              </p:spPr>
            </p:pic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9A18640-89FA-4E54-A341-F46AE7C49AE9}"/>
                    </a:ext>
                  </a:extLst>
                </p:cNvPr>
                <p:cNvSpPr txBox="1"/>
                <p:nvPr/>
              </p:nvSpPr>
              <p:spPr>
                <a:xfrm>
                  <a:off x="2533509" y="2702016"/>
                  <a:ext cx="5046961" cy="1569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800" b="1" dirty="0">
                      <a:latin typeface="+mj-lt"/>
                    </a:rPr>
                    <a:t>The Epidemiologist </a:t>
                  </a:r>
                </a:p>
                <a:p>
                  <a:pPr algn="ctr"/>
                  <a:r>
                    <a:rPr lang="en-US" sz="4800" b="1" dirty="0">
                      <a:latin typeface="+mj-lt"/>
                    </a:rPr>
                    <a:t>R Handbook</a:t>
                  </a:r>
                  <a:endParaRPr lang="en-US" sz="4800" dirty="0">
                    <a:latin typeface="+mj-lt"/>
                  </a:endParaRPr>
                </a:p>
              </p:txBody>
            </p:sp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4CBFE829-B395-4AB4-BA95-EC182ED34E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38262" y="867715"/>
                  <a:ext cx="2679301" cy="1514388"/>
                </a:xfrm>
                <a:prstGeom prst="rect">
                  <a:avLst/>
                </a:prstGeom>
                <a:effectLst>
                  <a:softEdge rad="127000"/>
                </a:effectLst>
              </p:spPr>
            </p:pic>
          </p:grp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39F2171-BCF8-4A4F-AE2F-F8DF882A9C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99233" y="4758910"/>
                <a:ext cx="2460979" cy="1675678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B302E11-1180-4FB9-85CF-C5028FE926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58494" y="758108"/>
                <a:ext cx="4123238" cy="1822135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2570EC9-0FC2-46D8-8DC7-BFFDA413EC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99233" y="2580243"/>
                <a:ext cx="2460979" cy="2108035"/>
              </a:xfrm>
              <a:prstGeom prst="rect">
                <a:avLst/>
              </a:prstGeom>
            </p:spPr>
          </p:pic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342FFC2-8F70-45ED-9521-1515EE5DA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01354" y="2559666"/>
              <a:ext cx="1637486" cy="18547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735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A3F7-7D87-4D2E-8D50-27ABBBC53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1BF46-0C76-4CB0-B4D9-08012C657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1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947502-7774-4F25-A241-1897E66F6696}"/>
              </a:ext>
            </a:extLst>
          </p:cNvPr>
          <p:cNvSpPr txBox="1"/>
          <p:nvPr/>
        </p:nvSpPr>
        <p:spPr>
          <a:xfrm>
            <a:off x="2516697" y="2290194"/>
            <a:ext cx="29793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Small logo</a:t>
            </a:r>
          </a:p>
          <a:p>
            <a:r>
              <a:rPr lang="en-US" dirty="0"/>
              <a:t>R made of connected dots</a:t>
            </a:r>
          </a:p>
          <a:p>
            <a:r>
              <a:rPr lang="en-US" dirty="0"/>
              <a:t>“A” made from </a:t>
            </a:r>
            <a:r>
              <a:rPr lang="en-US" dirty="0" err="1"/>
              <a:t>epicurve</a:t>
            </a:r>
            <a:r>
              <a:rPr lang="en-US" dirty="0"/>
              <a:t>?</a:t>
            </a:r>
          </a:p>
          <a:p>
            <a:r>
              <a:rPr lang="en-US" dirty="0"/>
              <a:t>Adventurer holding handbook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B37200-79B2-4426-A290-E1A18E8AAEE7}"/>
              </a:ext>
            </a:extLst>
          </p:cNvPr>
          <p:cNvGrpSpPr/>
          <p:nvPr/>
        </p:nvGrpSpPr>
        <p:grpSpPr>
          <a:xfrm>
            <a:off x="5169408" y="1727200"/>
            <a:ext cx="6209792" cy="3881120"/>
            <a:chOff x="5169408" y="1727200"/>
            <a:chExt cx="6209792" cy="3881120"/>
          </a:xfrm>
        </p:grpSpPr>
        <p:pic>
          <p:nvPicPr>
            <p:cNvPr id="3" name="Picture 2" descr="An open door on a blue wall">
              <a:extLst>
                <a:ext uri="{FF2B5EF4-FFF2-40B4-BE49-F238E27FC236}">
                  <a16:creationId xmlns:a16="http://schemas.microsoft.com/office/drawing/2014/main" id="{5BD448B1-8B85-4F13-B7AB-F6AC34743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9408" y="1727200"/>
              <a:ext cx="6209792" cy="388112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532EFC-C154-48FC-B8AF-FD87A4B323A5}"/>
                </a:ext>
              </a:extLst>
            </p:cNvPr>
            <p:cNvSpPr txBox="1"/>
            <p:nvPr/>
          </p:nvSpPr>
          <p:spPr>
            <a:xfrm>
              <a:off x="8615680" y="2682240"/>
              <a:ext cx="2153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R</a:t>
              </a:r>
              <a:r>
                <a:rPr lang="en-US" sz="2800" dirty="0"/>
                <a:t> you ready?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4148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05D578-05CF-4AF5-9CFC-6601B1B54D7D}"/>
              </a:ext>
            </a:extLst>
          </p:cNvPr>
          <p:cNvSpPr txBox="1"/>
          <p:nvPr/>
        </p:nvSpPr>
        <p:spPr>
          <a:xfrm>
            <a:off x="695324" y="219075"/>
            <a:ext cx="111347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Sources: </a:t>
            </a:r>
          </a:p>
          <a:p>
            <a:r>
              <a:rPr lang="en-US" dirty="0"/>
              <a:t>2013 Yemen looking for mosquito breeding sites: </a:t>
            </a:r>
            <a:r>
              <a:rPr lang="en-US" dirty="0">
                <a:hlinkClick r:id="rId2"/>
              </a:rPr>
              <a:t>https://phil.cdc.gov/Details.aspx?pid=19623</a:t>
            </a:r>
            <a:endParaRPr lang="en-US" dirty="0"/>
          </a:p>
          <a:p>
            <a:r>
              <a:rPr lang="en-US" dirty="0"/>
              <a:t>Ebola virus: </a:t>
            </a:r>
            <a:r>
              <a:rPr lang="en-US" dirty="0">
                <a:hlinkClick r:id="rId3"/>
              </a:rPr>
              <a:t>https://phil.cdc.gov/Details.aspx?pid=23186</a:t>
            </a:r>
            <a:endParaRPr lang="en-US" dirty="0"/>
          </a:p>
          <a:p>
            <a:r>
              <a:rPr lang="en-US" dirty="0"/>
              <a:t>Survey in Rajasthan: </a:t>
            </a:r>
            <a:r>
              <a:rPr lang="en-US" dirty="0">
                <a:hlinkClick r:id="rId4"/>
              </a:rPr>
              <a:t>https://phil.cdc.gov/Details.aspx?pid=19838</a:t>
            </a:r>
            <a:endParaRPr lang="en-US" dirty="0"/>
          </a:p>
          <a:p>
            <a:r>
              <a:rPr lang="en-US" dirty="0"/>
              <a:t>Network: </a:t>
            </a:r>
            <a:r>
              <a:rPr lang="en-US" dirty="0">
                <a:hlinkClick r:id="rId5"/>
              </a:rPr>
              <a:t>https://www.r-graph-gallery.com/257-input-formats-for-network-charts.html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D3839B-1765-4860-BE0D-F7F7BE5B92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969" y="2729950"/>
            <a:ext cx="2175581" cy="1810889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6844B1-A315-48C1-97BE-6C69CDF5E7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0114" y="2691282"/>
            <a:ext cx="2175582" cy="2158619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D11430-4A04-4F14-ADB7-9AF2B3B14C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3807" y="4989807"/>
            <a:ext cx="4235639" cy="1421242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574710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1E0F-7DE6-4C2F-BF91-FB992CBB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Deduplication</a:t>
            </a:r>
            <a:br>
              <a:rPr lang="en-US" dirty="0"/>
            </a:b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FC9D5F-AFA5-4C72-BF48-D859DFABDC5C}"/>
              </a:ext>
            </a:extLst>
          </p:cNvPr>
          <p:cNvGrpSpPr/>
          <p:nvPr/>
        </p:nvGrpSpPr>
        <p:grpSpPr>
          <a:xfrm>
            <a:off x="1085849" y="1585912"/>
            <a:ext cx="3409951" cy="3050370"/>
            <a:chOff x="1085849" y="1585912"/>
            <a:chExt cx="3409951" cy="3050370"/>
          </a:xfrm>
        </p:grpSpPr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649FF6D2-E759-4B6F-84E2-C8071ED6A4EC}"/>
                </a:ext>
              </a:extLst>
            </p:cNvPr>
            <p:cNvSpPr/>
            <p:nvPr/>
          </p:nvSpPr>
          <p:spPr>
            <a:xfrm>
              <a:off x="1085850" y="1585912"/>
              <a:ext cx="3409950" cy="46672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E8E691B9-8470-4424-BE12-D700234A2DA2}"/>
                </a:ext>
              </a:extLst>
            </p:cNvPr>
            <p:cNvSpPr/>
            <p:nvPr/>
          </p:nvSpPr>
          <p:spPr>
            <a:xfrm>
              <a:off x="1085850" y="2105026"/>
              <a:ext cx="3409950" cy="466725"/>
            </a:xfrm>
            <a:prstGeom prst="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58BB11BD-4D63-48ED-B39B-9CC1C490B291}"/>
                </a:ext>
              </a:extLst>
            </p:cNvPr>
            <p:cNvSpPr/>
            <p:nvPr/>
          </p:nvSpPr>
          <p:spPr>
            <a:xfrm>
              <a:off x="1085850" y="3138487"/>
              <a:ext cx="3409950" cy="46672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82AE579C-2B3A-4583-A1FF-ECF9B44669E9}"/>
                </a:ext>
              </a:extLst>
            </p:cNvPr>
            <p:cNvSpPr/>
            <p:nvPr/>
          </p:nvSpPr>
          <p:spPr>
            <a:xfrm>
              <a:off x="1085850" y="3654022"/>
              <a:ext cx="3409950" cy="466725"/>
            </a:xfrm>
            <a:prstGeom prst="rightArrow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6DE0C42F-98B2-4EC6-83E5-4CDFB0FC6E18}"/>
                </a:ext>
              </a:extLst>
            </p:cNvPr>
            <p:cNvSpPr/>
            <p:nvPr/>
          </p:nvSpPr>
          <p:spPr>
            <a:xfrm>
              <a:off x="1085850" y="4169557"/>
              <a:ext cx="3409950" cy="466725"/>
            </a:xfrm>
            <a:prstGeom prst="rightArrow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row: Bent-Up 10">
              <a:extLst>
                <a:ext uri="{FF2B5EF4-FFF2-40B4-BE49-F238E27FC236}">
                  <a16:creationId xmlns:a16="http://schemas.microsoft.com/office/drawing/2014/main" id="{E8833E59-70B7-4E80-812B-54C8B83437BB}"/>
                </a:ext>
              </a:extLst>
            </p:cNvPr>
            <p:cNvSpPr/>
            <p:nvPr/>
          </p:nvSpPr>
          <p:spPr>
            <a:xfrm>
              <a:off x="1085849" y="2324100"/>
              <a:ext cx="2428875" cy="657225"/>
            </a:xfrm>
            <a:prstGeom prst="bentUpArrow">
              <a:avLst>
                <a:gd name="adj1" fmla="val 31159"/>
                <a:gd name="adj2" fmla="val 50000"/>
                <a:gd name="adj3" fmla="val 3337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830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33C0C3F-AEA5-4200-9678-AFEB6EE670AE}"/>
              </a:ext>
            </a:extLst>
          </p:cNvPr>
          <p:cNvGrpSpPr/>
          <p:nvPr/>
        </p:nvGrpSpPr>
        <p:grpSpPr>
          <a:xfrm>
            <a:off x="1922595" y="352904"/>
            <a:ext cx="7207620" cy="6402213"/>
            <a:chOff x="1922595" y="352904"/>
            <a:chExt cx="7207620" cy="64022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7C33498-062B-4C0C-84FD-10D614E18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2595" y="352904"/>
              <a:ext cx="7207620" cy="298973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2AAD485-C4C2-4D37-9C55-DC501FDF7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2595" y="4196080"/>
              <a:ext cx="7137769" cy="2559037"/>
            </a:xfrm>
            <a:prstGeom prst="rect">
              <a:avLst/>
            </a:prstGeom>
          </p:spPr>
        </p:pic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F5C67AF9-7D0F-4372-93EB-F5C37E165ABC}"/>
                </a:ext>
              </a:extLst>
            </p:cNvPr>
            <p:cNvSpPr/>
            <p:nvPr/>
          </p:nvSpPr>
          <p:spPr>
            <a:xfrm>
              <a:off x="7091680" y="2367280"/>
              <a:ext cx="1798320" cy="2712719"/>
            </a:xfrm>
            <a:prstGeom prst="downArrow">
              <a:avLst>
                <a:gd name="adj1" fmla="val 33050"/>
                <a:gd name="adj2" fmla="val 32286"/>
              </a:avLst>
            </a:prstGeom>
            <a:solidFill>
              <a:schemeClr val="accent2">
                <a:alpha val="3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DF62B93-589A-4A79-BE99-DE3AD8F271B3}"/>
                </a:ext>
              </a:extLst>
            </p:cNvPr>
            <p:cNvSpPr txBox="1"/>
            <p:nvPr/>
          </p:nvSpPr>
          <p:spPr>
            <a:xfrm>
              <a:off x="1922595" y="3446194"/>
              <a:ext cx="56794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To “comment out” (hide) R Markdown text, highlight and press </a:t>
              </a:r>
              <a:r>
                <a:rPr lang="en-US" b="1" dirty="0" err="1"/>
                <a:t>Ctrl+Shift+c</a:t>
              </a:r>
              <a:r>
                <a:rPr lang="en-US" b="1" dirty="0"/>
                <a:t> (Windows) or </a:t>
              </a:r>
              <a:r>
                <a:rPr lang="en-US" b="1" dirty="0" err="1"/>
                <a:t>Cmd+Shift+c</a:t>
              </a:r>
              <a:r>
                <a:rPr lang="en-US" b="1" dirty="0"/>
                <a:t> (Mac)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7554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2850DD5-F61A-460C-983E-08338F78C35C}"/>
              </a:ext>
            </a:extLst>
          </p:cNvPr>
          <p:cNvGrpSpPr/>
          <p:nvPr/>
        </p:nvGrpSpPr>
        <p:grpSpPr>
          <a:xfrm>
            <a:off x="-43406" y="830150"/>
            <a:ext cx="12235406" cy="6027850"/>
            <a:chOff x="-43406" y="830150"/>
            <a:chExt cx="12235406" cy="602785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B8AC059-AECD-4765-ABBD-7D7A500537EC}"/>
                </a:ext>
              </a:extLst>
            </p:cNvPr>
            <p:cNvGrpSpPr/>
            <p:nvPr/>
          </p:nvGrpSpPr>
          <p:grpSpPr>
            <a:xfrm>
              <a:off x="0" y="830150"/>
              <a:ext cx="11955266" cy="6027850"/>
              <a:chOff x="0" y="248413"/>
              <a:chExt cx="11955266" cy="602785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68580CD-A118-4F84-8003-31F5C65FC2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00887" y="1076960"/>
                <a:ext cx="4854379" cy="5199303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DDB7A08-1B6A-49C0-8589-D9BE22D45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076960"/>
                <a:ext cx="5214654" cy="5017981"/>
              </a:xfrm>
              <a:prstGeom prst="rect">
                <a:avLst/>
              </a:prstGeom>
            </p:spPr>
          </p:pic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530836B2-11BD-4310-82E4-7D911F2B3A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09127" y="2351871"/>
                <a:ext cx="2651718" cy="278963"/>
              </a:xfrm>
              <a:prstGeom prst="straightConnector1">
                <a:avLst/>
              </a:prstGeom>
              <a:ln w="1333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F27F94D-82BE-4405-AD74-3DC91A3C29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76768" y="3456649"/>
                <a:ext cx="2784077" cy="258301"/>
              </a:xfrm>
              <a:prstGeom prst="straightConnector1">
                <a:avLst/>
              </a:prstGeom>
              <a:ln w="1333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5898EC8E-66EE-4110-9F91-EC0D79A414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90182" y="5228605"/>
                <a:ext cx="2690778" cy="1"/>
              </a:xfrm>
              <a:prstGeom prst="straightConnector1">
                <a:avLst/>
              </a:prstGeom>
              <a:ln w="1333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F07C17-CDC5-4273-9CFB-1DC03C494BA4}"/>
                  </a:ext>
                </a:extLst>
              </p:cNvPr>
              <p:cNvSpPr txBox="1"/>
              <p:nvPr/>
            </p:nvSpPr>
            <p:spPr>
              <a:xfrm rot="21270215">
                <a:off x="5167840" y="2133818"/>
                <a:ext cx="21050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Text and in-line code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2992F6-1FB6-4451-9F29-0B10BCFF1FB5}"/>
                  </a:ext>
                </a:extLst>
              </p:cNvPr>
              <p:cNvSpPr txBox="1"/>
              <p:nvPr/>
            </p:nvSpPr>
            <p:spPr>
              <a:xfrm>
                <a:off x="5157306" y="4844912"/>
                <a:ext cx="2233618" cy="340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Code chunk makes plot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0EC5AF-B482-49E9-97D0-E60EC2CAA42C}"/>
                  </a:ext>
                </a:extLst>
              </p:cNvPr>
              <p:cNvSpPr txBox="1"/>
              <p:nvPr/>
            </p:nvSpPr>
            <p:spPr>
              <a:xfrm>
                <a:off x="5378504" y="636949"/>
                <a:ext cx="1558533" cy="52322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Code chunk loads packages and data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D136AB1-CDE7-46F5-8D48-DEEF6FE82A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0400" y="1243378"/>
                <a:ext cx="1223128" cy="702567"/>
              </a:xfrm>
              <a:prstGeom prst="straightConnector1">
                <a:avLst/>
              </a:prstGeom>
              <a:ln w="1333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FFA9569-56A5-47EF-AFDF-1866405EB4B8}"/>
                  </a:ext>
                </a:extLst>
              </p:cNvPr>
              <p:cNvSpPr txBox="1"/>
              <p:nvPr/>
            </p:nvSpPr>
            <p:spPr>
              <a:xfrm>
                <a:off x="3591606" y="248413"/>
                <a:ext cx="1704973" cy="52322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YAML sets title, date, and output type</a:t>
                </a: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F917340C-A198-4488-A06D-9D434383CD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2613" y="830330"/>
                <a:ext cx="1372220" cy="672851"/>
              </a:xfrm>
              <a:prstGeom prst="straightConnector1">
                <a:avLst/>
              </a:prstGeom>
              <a:ln w="1333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2FE1DCC-6855-46B9-B50F-83DAFEF89657}"/>
                  </a:ext>
                </a:extLst>
              </p:cNvPr>
              <p:cNvSpPr txBox="1"/>
              <p:nvPr/>
            </p:nvSpPr>
            <p:spPr>
              <a:xfrm>
                <a:off x="5663048" y="3795203"/>
                <a:ext cx="155853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## Headings</a:t>
                </a: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97EE7C1-E4AB-47F6-9FD9-EF93092420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4437" y="4102980"/>
                <a:ext cx="5996408" cy="145833"/>
              </a:xfrm>
              <a:prstGeom prst="straightConnector1">
                <a:avLst/>
              </a:prstGeom>
              <a:ln w="1333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1CBDA52-F562-41A6-9B9B-8D61E083176D}"/>
                  </a:ext>
                </a:extLst>
              </p:cNvPr>
              <p:cNvSpPr txBox="1"/>
              <p:nvPr/>
            </p:nvSpPr>
            <p:spPr>
              <a:xfrm rot="21302680">
                <a:off x="5167840" y="3158697"/>
                <a:ext cx="2233618" cy="340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Code chunk makes table</a:t>
                </a: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036CBE5-8C26-4648-8162-BDEF434DB4A2}"/>
                </a:ext>
              </a:extLst>
            </p:cNvPr>
            <p:cNvSpPr txBox="1"/>
            <p:nvPr/>
          </p:nvSpPr>
          <p:spPr>
            <a:xfrm>
              <a:off x="-43406" y="966103"/>
              <a:ext cx="36350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/>
                <a:t>R Markdown script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46D30A7-9E75-4288-9A5C-B68D91216334}"/>
                </a:ext>
              </a:extLst>
            </p:cNvPr>
            <p:cNvSpPr txBox="1"/>
            <p:nvPr/>
          </p:nvSpPr>
          <p:spPr>
            <a:xfrm>
              <a:off x="6937037" y="1047657"/>
              <a:ext cx="52549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/>
                <a:t>Output (e.g. Word document)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3776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D8C3FF78-5D62-4CE5-A74E-F8E89CA8F6AF}"/>
              </a:ext>
            </a:extLst>
          </p:cNvPr>
          <p:cNvGrpSpPr/>
          <p:nvPr/>
        </p:nvGrpSpPr>
        <p:grpSpPr>
          <a:xfrm>
            <a:off x="91589" y="0"/>
            <a:ext cx="11614490" cy="6825917"/>
            <a:chOff x="162709" y="-71692"/>
            <a:chExt cx="11614490" cy="682591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E9F79E1-88CD-4596-9A74-971457DAE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8042" y="2338441"/>
              <a:ext cx="3302445" cy="317789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7A190B-E2D3-4682-BCFC-BE415EB3F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6321" y="411486"/>
              <a:ext cx="2571676" cy="2666241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0B74806-480B-4863-9FD1-179FD477B973}"/>
                </a:ext>
              </a:extLst>
            </p:cNvPr>
            <p:cNvCxnSpPr>
              <a:cxnSpLocks/>
              <a:stCxn id="10" idx="3"/>
              <a:endCxn id="8" idx="1"/>
            </p:cNvCxnSpPr>
            <p:nvPr/>
          </p:nvCxnSpPr>
          <p:spPr>
            <a:xfrm flipV="1">
              <a:off x="3797721" y="220696"/>
              <a:ext cx="1422932" cy="1816298"/>
            </a:xfrm>
            <a:prstGeom prst="straightConnector1">
              <a:avLst/>
            </a:prstGeom>
            <a:ln w="133350">
              <a:solidFill>
                <a:schemeClr val="accent2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A6FE16-092C-4D95-9028-04ED439CFBD5}"/>
                </a:ext>
              </a:extLst>
            </p:cNvPr>
            <p:cNvSpPr txBox="1"/>
            <p:nvPr/>
          </p:nvSpPr>
          <p:spPr>
            <a:xfrm>
              <a:off x="5220653" y="-71692"/>
              <a:ext cx="30773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/>
                <a:t>Word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18C3D06-C34A-425F-AE86-D6B1D5CD21B1}"/>
                </a:ext>
              </a:extLst>
            </p:cNvPr>
            <p:cNvSpPr txBox="1"/>
            <p:nvPr/>
          </p:nvSpPr>
          <p:spPr>
            <a:xfrm>
              <a:off x="162709" y="1744606"/>
              <a:ext cx="36350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/>
                <a:t>R Markdown script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8457C07-C40B-45B1-898A-2CB8628D2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66211" y="710707"/>
              <a:ext cx="2510988" cy="2872303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28D302-6DF8-4649-93D4-2656A0895ACA}"/>
                </a:ext>
              </a:extLst>
            </p:cNvPr>
            <p:cNvSpPr txBox="1"/>
            <p:nvPr/>
          </p:nvSpPr>
          <p:spPr>
            <a:xfrm>
              <a:off x="9067825" y="181325"/>
              <a:ext cx="13156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/>
                <a:t>HTML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803F65A-9BDC-4E54-9499-C4196CA061EF}"/>
                </a:ext>
              </a:extLst>
            </p:cNvPr>
            <p:cNvGrpSpPr/>
            <p:nvPr/>
          </p:nvGrpSpPr>
          <p:grpSpPr>
            <a:xfrm>
              <a:off x="4685012" y="3814382"/>
              <a:ext cx="3429524" cy="2939843"/>
              <a:chOff x="7201194" y="3957026"/>
              <a:chExt cx="3429524" cy="2939843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91A578F-28C8-4BF2-BF6C-8D77274E8D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01194" y="3957026"/>
                <a:ext cx="1745509" cy="1309623"/>
              </a:xfrm>
              <a:prstGeom prst="rect">
                <a:avLst/>
              </a:prstGeom>
              <a:ln w="44450">
                <a:solidFill>
                  <a:schemeClr val="accent2"/>
                </a:solidFill>
              </a:ln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AD1AD362-8C99-4D39-ABD7-499C24448A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36835" y="4672379"/>
                <a:ext cx="1667055" cy="1311089"/>
              </a:xfrm>
              <a:prstGeom prst="rect">
                <a:avLst/>
              </a:prstGeom>
              <a:ln w="44450">
                <a:solidFill>
                  <a:schemeClr val="accent2"/>
                </a:solidFill>
              </a:ln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8C144EB-C8DF-42CC-9ED9-FDC3B8D49F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57148" y="5178414"/>
                <a:ext cx="1899396" cy="1422945"/>
              </a:xfrm>
              <a:prstGeom prst="rect">
                <a:avLst/>
              </a:prstGeom>
              <a:ln w="44450">
                <a:solidFill>
                  <a:schemeClr val="accent2"/>
                </a:solidFill>
              </a:ln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9607DF85-25AD-4C0C-9AEE-A51238BDA5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31322" y="5463242"/>
                <a:ext cx="1899396" cy="1433627"/>
              </a:xfrm>
              <a:prstGeom prst="rect">
                <a:avLst/>
              </a:prstGeom>
              <a:ln w="44450">
                <a:solidFill>
                  <a:schemeClr val="accent2"/>
                </a:solidFill>
              </a:ln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95233B-B1D5-405B-BA6B-71AC18D0ECEA}"/>
                </a:ext>
              </a:extLst>
            </p:cNvPr>
            <p:cNvSpPr txBox="1"/>
            <p:nvPr/>
          </p:nvSpPr>
          <p:spPr>
            <a:xfrm>
              <a:off x="4523054" y="3262513"/>
              <a:ext cx="34349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err="1"/>
                <a:t>Powerpoint</a:t>
              </a:r>
              <a:endParaRPr lang="en-US" sz="3200" b="1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1DED11E-221D-4B32-9116-9496CE23B80C}"/>
                </a:ext>
              </a:extLst>
            </p:cNvPr>
            <p:cNvCxnSpPr>
              <a:cxnSpLocks/>
              <a:stCxn id="10" idx="3"/>
              <a:endCxn id="15" idx="1"/>
            </p:cNvCxnSpPr>
            <p:nvPr/>
          </p:nvCxnSpPr>
          <p:spPr>
            <a:xfrm flipV="1">
              <a:off x="3797721" y="473713"/>
              <a:ext cx="5270104" cy="1563281"/>
            </a:xfrm>
            <a:prstGeom prst="straightConnector1">
              <a:avLst/>
            </a:prstGeom>
            <a:ln w="133350">
              <a:solidFill>
                <a:schemeClr val="accent2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1F8B9BD-11E8-4C3F-BA56-78F7582B9C76}"/>
                </a:ext>
              </a:extLst>
            </p:cNvPr>
            <p:cNvCxnSpPr>
              <a:cxnSpLocks/>
              <a:stCxn id="10" idx="3"/>
              <a:endCxn id="27" idx="1"/>
            </p:cNvCxnSpPr>
            <p:nvPr/>
          </p:nvCxnSpPr>
          <p:spPr>
            <a:xfrm>
              <a:off x="3797721" y="2036994"/>
              <a:ext cx="725333" cy="1517907"/>
            </a:xfrm>
            <a:prstGeom prst="straightConnector1">
              <a:avLst/>
            </a:prstGeom>
            <a:ln w="133350">
              <a:solidFill>
                <a:schemeClr val="accent2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BDFC0151-669E-4F97-9F8D-F429FF636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39897" y="4232765"/>
              <a:ext cx="2260211" cy="237276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CCE8BD3-50DB-4BAB-9925-E262E6FAC655}"/>
                </a:ext>
              </a:extLst>
            </p:cNvPr>
            <p:cNvSpPr txBox="1"/>
            <p:nvPr/>
          </p:nvSpPr>
          <p:spPr>
            <a:xfrm>
              <a:off x="9142522" y="3633412"/>
              <a:ext cx="9550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/>
                <a:t>PDF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E5DB19D-A510-4EDB-A5E5-3513493EDE4B}"/>
                </a:ext>
              </a:extLst>
            </p:cNvPr>
            <p:cNvCxnSpPr>
              <a:cxnSpLocks/>
              <a:stCxn id="10" idx="3"/>
              <a:endCxn id="41" idx="1"/>
            </p:cNvCxnSpPr>
            <p:nvPr/>
          </p:nvCxnSpPr>
          <p:spPr>
            <a:xfrm>
              <a:off x="3797721" y="2036994"/>
              <a:ext cx="5344801" cy="1888806"/>
            </a:xfrm>
            <a:prstGeom prst="straightConnector1">
              <a:avLst/>
            </a:prstGeom>
            <a:ln w="133350">
              <a:solidFill>
                <a:schemeClr val="accent2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144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DE34B9-5485-4B67-90F2-69368260D137}"/>
              </a:ext>
            </a:extLst>
          </p:cNvPr>
          <p:cNvGrpSpPr/>
          <p:nvPr/>
        </p:nvGrpSpPr>
        <p:grpSpPr>
          <a:xfrm>
            <a:off x="5941127" y="887135"/>
            <a:ext cx="3224979" cy="4833291"/>
            <a:chOff x="5941127" y="887135"/>
            <a:chExt cx="3224979" cy="483329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2DB3B04-B9FC-4841-B651-55FCD51424B4}"/>
                </a:ext>
              </a:extLst>
            </p:cNvPr>
            <p:cNvGrpSpPr/>
            <p:nvPr/>
          </p:nvGrpSpPr>
          <p:grpSpPr>
            <a:xfrm>
              <a:off x="5941127" y="887135"/>
              <a:ext cx="3224979" cy="4833291"/>
              <a:chOff x="1911347" y="1258919"/>
              <a:chExt cx="3224979" cy="483329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F471E68-AA80-4178-BB48-07C3A70A14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11347" y="5022000"/>
                <a:ext cx="2462979" cy="107021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D60EB846-3539-473C-8509-02947CE52F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1911347" y="1258919"/>
                <a:ext cx="2462978" cy="107021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5148E1A0-C875-4AD3-941A-298BB19DABF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Cement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1911349" y="3775269"/>
                <a:ext cx="2462978" cy="107021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CE334A2-9A76-4B20-82A5-3C00106063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lasticWrap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1911347" y="2539959"/>
                <a:ext cx="2462978" cy="1070210"/>
              </a:xfrm>
              <a:prstGeom prst="rect">
                <a:avLst/>
              </a:prstGeom>
            </p:spPr>
          </p:pic>
          <p:sp>
            <p:nvSpPr>
              <p:cNvPr id="17" name="Arrow: Curved Left 16">
                <a:extLst>
                  <a:ext uri="{FF2B5EF4-FFF2-40B4-BE49-F238E27FC236}">
                    <a16:creationId xmlns:a16="http://schemas.microsoft.com/office/drawing/2014/main" id="{5DF75814-6D2E-4F5E-A050-E1A14207B47E}"/>
                  </a:ext>
                </a:extLst>
              </p:cNvPr>
              <p:cNvSpPr/>
              <p:nvPr/>
            </p:nvSpPr>
            <p:spPr>
              <a:xfrm>
                <a:off x="4469576" y="1992271"/>
                <a:ext cx="666750" cy="942975"/>
              </a:xfrm>
              <a:prstGeom prst="curvedLeftArrow">
                <a:avLst>
                  <a:gd name="adj1" fmla="val 25000"/>
                  <a:gd name="adj2" fmla="val 50000"/>
                  <a:gd name="adj3" fmla="val 52143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" name="Arrow: Curved Left 19">
              <a:extLst>
                <a:ext uri="{FF2B5EF4-FFF2-40B4-BE49-F238E27FC236}">
                  <a16:creationId xmlns:a16="http://schemas.microsoft.com/office/drawing/2014/main" id="{313E97C3-9C64-4D26-B366-A34F5E2FF036}"/>
                </a:ext>
              </a:extLst>
            </p:cNvPr>
            <p:cNvSpPr/>
            <p:nvPr/>
          </p:nvSpPr>
          <p:spPr>
            <a:xfrm>
              <a:off x="8499356" y="2931997"/>
              <a:ext cx="666750" cy="942975"/>
            </a:xfrm>
            <a:prstGeom prst="curvedLeftArrow">
              <a:avLst>
                <a:gd name="adj1" fmla="val 25000"/>
                <a:gd name="adj2" fmla="val 50000"/>
                <a:gd name="adj3" fmla="val 521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Arrow: Curved Left 20">
              <a:extLst>
                <a:ext uri="{FF2B5EF4-FFF2-40B4-BE49-F238E27FC236}">
                  <a16:creationId xmlns:a16="http://schemas.microsoft.com/office/drawing/2014/main" id="{DBED825F-9502-4E73-99AE-D75ACC321B50}"/>
                </a:ext>
              </a:extLst>
            </p:cNvPr>
            <p:cNvSpPr/>
            <p:nvPr/>
          </p:nvSpPr>
          <p:spPr>
            <a:xfrm>
              <a:off x="8499356" y="4178728"/>
              <a:ext cx="666750" cy="942975"/>
            </a:xfrm>
            <a:prstGeom prst="curvedLeftArrow">
              <a:avLst>
                <a:gd name="adj1" fmla="val 25000"/>
                <a:gd name="adj2" fmla="val 50000"/>
                <a:gd name="adj3" fmla="val 521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6490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90EEEA6-4348-43D0-B4D9-47A95AF26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477872"/>
              </p:ext>
            </p:extLst>
          </p:nvPr>
        </p:nvGraphicFramePr>
        <p:xfrm>
          <a:off x="218837" y="419415"/>
          <a:ext cx="7061955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391">
                  <a:extLst>
                    <a:ext uri="{9D8B030D-6E8A-4147-A177-3AD203B41FA5}">
                      <a16:colId xmlns:a16="http://schemas.microsoft.com/office/drawing/2014/main" val="2862594179"/>
                    </a:ext>
                  </a:extLst>
                </a:gridCol>
                <a:gridCol w="1412391">
                  <a:extLst>
                    <a:ext uri="{9D8B030D-6E8A-4147-A177-3AD203B41FA5}">
                      <a16:colId xmlns:a16="http://schemas.microsoft.com/office/drawing/2014/main" val="1157636541"/>
                    </a:ext>
                  </a:extLst>
                </a:gridCol>
                <a:gridCol w="1412391">
                  <a:extLst>
                    <a:ext uri="{9D8B030D-6E8A-4147-A177-3AD203B41FA5}">
                      <a16:colId xmlns:a16="http://schemas.microsoft.com/office/drawing/2014/main" val="2319128866"/>
                    </a:ext>
                  </a:extLst>
                </a:gridCol>
                <a:gridCol w="1412391">
                  <a:extLst>
                    <a:ext uri="{9D8B030D-6E8A-4147-A177-3AD203B41FA5}">
                      <a16:colId xmlns:a16="http://schemas.microsoft.com/office/drawing/2014/main" val="3081709681"/>
                    </a:ext>
                  </a:extLst>
                </a:gridCol>
                <a:gridCol w="1412391">
                  <a:extLst>
                    <a:ext uri="{9D8B030D-6E8A-4147-A177-3AD203B41FA5}">
                      <a16:colId xmlns:a16="http://schemas.microsoft.com/office/drawing/2014/main" val="3856911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710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04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07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542790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A7229F4-4F4D-439B-A6BD-5BCF5ABED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27077"/>
              </p:ext>
            </p:extLst>
          </p:nvPr>
        </p:nvGraphicFramePr>
        <p:xfrm>
          <a:off x="7964032" y="414539"/>
          <a:ext cx="3323094" cy="48875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698">
                  <a:extLst>
                    <a:ext uri="{9D8B030D-6E8A-4147-A177-3AD203B41FA5}">
                      <a16:colId xmlns:a16="http://schemas.microsoft.com/office/drawing/2014/main" val="831713539"/>
                    </a:ext>
                  </a:extLst>
                </a:gridCol>
                <a:gridCol w="1107698">
                  <a:extLst>
                    <a:ext uri="{9D8B030D-6E8A-4147-A177-3AD203B41FA5}">
                      <a16:colId xmlns:a16="http://schemas.microsoft.com/office/drawing/2014/main" val="2317386009"/>
                    </a:ext>
                  </a:extLst>
                </a:gridCol>
                <a:gridCol w="1107698">
                  <a:extLst>
                    <a:ext uri="{9D8B030D-6E8A-4147-A177-3AD203B41FA5}">
                      <a16:colId xmlns:a16="http://schemas.microsoft.com/office/drawing/2014/main" val="3431974553"/>
                    </a:ext>
                  </a:extLst>
                </a:gridCol>
              </a:tblGrid>
              <a:tr h="437516">
                <a:tc>
                  <a:txBody>
                    <a:bodyPr/>
                    <a:lstStyle/>
                    <a:p>
                      <a:r>
                        <a:rPr lang="en-US" b="1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817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97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889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36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08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80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35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0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619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381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1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468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456936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3023F4-3731-4E75-BBFA-4779E32C9526}"/>
              </a:ext>
            </a:extLst>
          </p:cNvPr>
          <p:cNvSpPr/>
          <p:nvPr/>
        </p:nvSpPr>
        <p:spPr>
          <a:xfrm>
            <a:off x="1643677" y="439738"/>
            <a:ext cx="5637116" cy="328728"/>
          </a:xfrm>
          <a:prstGeom prst="roundRect">
            <a:avLst/>
          </a:prstGeom>
          <a:solidFill>
            <a:schemeClr val="accent2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333941-F4C3-4FD8-8232-D59BA149D425}"/>
              </a:ext>
            </a:extLst>
          </p:cNvPr>
          <p:cNvSpPr/>
          <p:nvPr/>
        </p:nvSpPr>
        <p:spPr>
          <a:xfrm rot="5400000">
            <a:off x="7407190" y="2547290"/>
            <a:ext cx="4415446" cy="1094243"/>
          </a:xfrm>
          <a:prstGeom prst="roundRect">
            <a:avLst/>
          </a:prstGeom>
          <a:solidFill>
            <a:schemeClr val="accent2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A0A499-8B45-4A9B-A89A-426E07517F34}"/>
              </a:ext>
            </a:extLst>
          </p:cNvPr>
          <p:cNvSpPr/>
          <p:nvPr/>
        </p:nvSpPr>
        <p:spPr>
          <a:xfrm>
            <a:off x="1643676" y="788789"/>
            <a:ext cx="5637116" cy="1113986"/>
          </a:xfrm>
          <a:prstGeom prst="roundRect">
            <a:avLst/>
          </a:prstGeom>
          <a:solidFill>
            <a:schemeClr val="accent6">
              <a:lumMod val="40000"/>
              <a:lumOff val="60000"/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5D630E-33FD-4879-969C-88D2B3F26152}"/>
              </a:ext>
            </a:extLst>
          </p:cNvPr>
          <p:cNvSpPr/>
          <p:nvPr/>
        </p:nvSpPr>
        <p:spPr>
          <a:xfrm rot="5400000">
            <a:off x="8510951" y="2547291"/>
            <a:ext cx="4415444" cy="1094244"/>
          </a:xfrm>
          <a:prstGeom prst="roundRect">
            <a:avLst/>
          </a:prstGeom>
          <a:solidFill>
            <a:schemeClr val="accent6">
              <a:lumMod val="40000"/>
              <a:lumOff val="60000"/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75214D-7D86-47B5-8E98-ABAE7E0324CD}"/>
              </a:ext>
            </a:extLst>
          </p:cNvPr>
          <p:cNvSpPr/>
          <p:nvPr/>
        </p:nvSpPr>
        <p:spPr>
          <a:xfrm>
            <a:off x="211272" y="788789"/>
            <a:ext cx="1406183" cy="1113986"/>
          </a:xfrm>
          <a:prstGeom prst="roundRect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8CC78F-A581-427A-8CBF-C78093473DED}"/>
              </a:ext>
            </a:extLst>
          </p:cNvPr>
          <p:cNvSpPr/>
          <p:nvPr/>
        </p:nvSpPr>
        <p:spPr>
          <a:xfrm>
            <a:off x="7964032" y="891960"/>
            <a:ext cx="1094243" cy="4415445"/>
          </a:xfrm>
          <a:prstGeom prst="roundRect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3D0EEA-53AA-475A-B21A-EC9F8733A88F}"/>
              </a:ext>
            </a:extLst>
          </p:cNvPr>
          <p:cNvSpPr txBox="1"/>
          <p:nvPr/>
        </p:nvSpPr>
        <p:spPr>
          <a:xfrm>
            <a:off x="211272" y="2164592"/>
            <a:ext cx="3972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Pivot data </a:t>
            </a:r>
            <a:r>
              <a:rPr lang="en-US" sz="4000" b="1" u="sng" dirty="0"/>
              <a:t>longer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13FC8C4-E6E4-4952-A271-42FCFC62A510}"/>
              </a:ext>
            </a:extLst>
          </p:cNvPr>
          <p:cNvSpPr/>
          <p:nvPr/>
        </p:nvSpPr>
        <p:spPr>
          <a:xfrm>
            <a:off x="9130067" y="452807"/>
            <a:ext cx="495512" cy="302037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C3361A0-B4BC-4D01-B644-EB29945DE8EE}"/>
              </a:ext>
            </a:extLst>
          </p:cNvPr>
          <p:cNvSpPr/>
          <p:nvPr/>
        </p:nvSpPr>
        <p:spPr>
          <a:xfrm>
            <a:off x="10247250" y="459380"/>
            <a:ext cx="602146" cy="288892"/>
          </a:xfrm>
          <a:prstGeom prst="roundRect">
            <a:avLst/>
          </a:prstGeom>
          <a:solidFill>
            <a:srgbClr val="7030A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Arrow: Bent-Up 27">
            <a:extLst>
              <a:ext uri="{FF2B5EF4-FFF2-40B4-BE49-F238E27FC236}">
                <a16:creationId xmlns:a16="http://schemas.microsoft.com/office/drawing/2014/main" id="{01636AC1-B0D8-4582-A509-4DC54FCC4060}"/>
              </a:ext>
            </a:extLst>
          </p:cNvPr>
          <p:cNvSpPr/>
          <p:nvPr/>
        </p:nvSpPr>
        <p:spPr>
          <a:xfrm rot="5400000">
            <a:off x="5459092" y="1465582"/>
            <a:ext cx="1654814" cy="2705100"/>
          </a:xfrm>
          <a:prstGeom prst="bentUpArrow">
            <a:avLst>
              <a:gd name="adj1" fmla="val 21331"/>
              <a:gd name="adj2" fmla="val 36837"/>
              <a:gd name="adj3" fmla="val 24358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E5DC2B0-0FAA-4A28-9AD8-2C380D850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72" y="3043091"/>
            <a:ext cx="4543663" cy="22590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AA09F04-497B-45F5-9B47-B3C354CCFC8A}"/>
              </a:ext>
            </a:extLst>
          </p:cNvPr>
          <p:cNvSpPr/>
          <p:nvPr/>
        </p:nvSpPr>
        <p:spPr>
          <a:xfrm>
            <a:off x="2286985" y="3816858"/>
            <a:ext cx="1774572" cy="292682"/>
          </a:xfrm>
          <a:prstGeom prst="roundRect">
            <a:avLst/>
          </a:prstGeom>
          <a:solidFill>
            <a:schemeClr val="accent2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28A6C9F-CA46-410A-8F96-BFA5FA61291A}"/>
              </a:ext>
            </a:extLst>
          </p:cNvPr>
          <p:cNvSpPr/>
          <p:nvPr/>
        </p:nvSpPr>
        <p:spPr>
          <a:xfrm>
            <a:off x="3053617" y="4141076"/>
            <a:ext cx="1217839" cy="355755"/>
          </a:xfrm>
          <a:prstGeom prst="roundRect">
            <a:avLst/>
          </a:prstGeom>
          <a:solidFill>
            <a:schemeClr val="accent4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9CA3B66-7DD4-433E-9461-B8530C3A09B0}"/>
              </a:ext>
            </a:extLst>
          </p:cNvPr>
          <p:cNvSpPr/>
          <p:nvPr/>
        </p:nvSpPr>
        <p:spPr>
          <a:xfrm>
            <a:off x="3293895" y="4528368"/>
            <a:ext cx="1291537" cy="421342"/>
          </a:xfrm>
          <a:prstGeom prst="roundRect">
            <a:avLst/>
          </a:prstGeom>
          <a:solidFill>
            <a:srgbClr val="7030A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00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58551C-9309-4338-BC00-F01882D15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188" y="4144046"/>
            <a:ext cx="3791479" cy="1505160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90EEEA6-4348-43D0-B4D9-47A95AF26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503533"/>
              </p:ext>
            </p:extLst>
          </p:nvPr>
        </p:nvGraphicFramePr>
        <p:xfrm>
          <a:off x="4369082" y="696166"/>
          <a:ext cx="7061955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391">
                  <a:extLst>
                    <a:ext uri="{9D8B030D-6E8A-4147-A177-3AD203B41FA5}">
                      <a16:colId xmlns:a16="http://schemas.microsoft.com/office/drawing/2014/main" val="2862594179"/>
                    </a:ext>
                  </a:extLst>
                </a:gridCol>
                <a:gridCol w="1412391">
                  <a:extLst>
                    <a:ext uri="{9D8B030D-6E8A-4147-A177-3AD203B41FA5}">
                      <a16:colId xmlns:a16="http://schemas.microsoft.com/office/drawing/2014/main" val="1157636541"/>
                    </a:ext>
                  </a:extLst>
                </a:gridCol>
                <a:gridCol w="1412391">
                  <a:extLst>
                    <a:ext uri="{9D8B030D-6E8A-4147-A177-3AD203B41FA5}">
                      <a16:colId xmlns:a16="http://schemas.microsoft.com/office/drawing/2014/main" val="2319128866"/>
                    </a:ext>
                  </a:extLst>
                </a:gridCol>
                <a:gridCol w="1412391">
                  <a:extLst>
                    <a:ext uri="{9D8B030D-6E8A-4147-A177-3AD203B41FA5}">
                      <a16:colId xmlns:a16="http://schemas.microsoft.com/office/drawing/2014/main" val="3081709681"/>
                    </a:ext>
                  </a:extLst>
                </a:gridCol>
                <a:gridCol w="1412391">
                  <a:extLst>
                    <a:ext uri="{9D8B030D-6E8A-4147-A177-3AD203B41FA5}">
                      <a16:colId xmlns:a16="http://schemas.microsoft.com/office/drawing/2014/main" val="3856911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710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04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07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542790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A7229F4-4F4D-439B-A6BD-5BCF5ABED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034009"/>
              </p:ext>
            </p:extLst>
          </p:nvPr>
        </p:nvGraphicFramePr>
        <p:xfrm>
          <a:off x="434981" y="763284"/>
          <a:ext cx="3323094" cy="48875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698">
                  <a:extLst>
                    <a:ext uri="{9D8B030D-6E8A-4147-A177-3AD203B41FA5}">
                      <a16:colId xmlns:a16="http://schemas.microsoft.com/office/drawing/2014/main" val="831713539"/>
                    </a:ext>
                  </a:extLst>
                </a:gridCol>
                <a:gridCol w="1107698">
                  <a:extLst>
                    <a:ext uri="{9D8B030D-6E8A-4147-A177-3AD203B41FA5}">
                      <a16:colId xmlns:a16="http://schemas.microsoft.com/office/drawing/2014/main" val="2317386009"/>
                    </a:ext>
                  </a:extLst>
                </a:gridCol>
                <a:gridCol w="1107698">
                  <a:extLst>
                    <a:ext uri="{9D8B030D-6E8A-4147-A177-3AD203B41FA5}">
                      <a16:colId xmlns:a16="http://schemas.microsoft.com/office/drawing/2014/main" val="3431974553"/>
                    </a:ext>
                  </a:extLst>
                </a:gridCol>
              </a:tblGrid>
              <a:tr h="437516">
                <a:tc>
                  <a:txBody>
                    <a:bodyPr/>
                    <a:lstStyle/>
                    <a:p>
                      <a:r>
                        <a:rPr lang="en-US" b="1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817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97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889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36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08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80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35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0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619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381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1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468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45693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83D0EEA-53AA-475A-B21A-EC9F8733A88F}"/>
              </a:ext>
            </a:extLst>
          </p:cNvPr>
          <p:cNvSpPr txBox="1"/>
          <p:nvPr/>
        </p:nvSpPr>
        <p:spPr>
          <a:xfrm>
            <a:off x="4369082" y="3436160"/>
            <a:ext cx="54911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Pivot data </a:t>
            </a:r>
            <a:r>
              <a:rPr lang="en-US" sz="4000" b="1" u="sng" dirty="0"/>
              <a:t>wider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13FC8C4-E6E4-4952-A271-42FCFC62A510}"/>
              </a:ext>
            </a:extLst>
          </p:cNvPr>
          <p:cNvSpPr/>
          <p:nvPr/>
        </p:nvSpPr>
        <p:spPr>
          <a:xfrm>
            <a:off x="1590350" y="801827"/>
            <a:ext cx="495512" cy="302037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C3361A0-B4BC-4D01-B644-EB29945DE8EE}"/>
              </a:ext>
            </a:extLst>
          </p:cNvPr>
          <p:cNvSpPr/>
          <p:nvPr/>
        </p:nvSpPr>
        <p:spPr>
          <a:xfrm>
            <a:off x="2718199" y="808400"/>
            <a:ext cx="602146" cy="288892"/>
          </a:xfrm>
          <a:prstGeom prst="roundRect">
            <a:avLst/>
          </a:prstGeom>
          <a:solidFill>
            <a:srgbClr val="7030A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361DAA-6CC9-4267-B879-A148BEB509F3}"/>
              </a:ext>
            </a:extLst>
          </p:cNvPr>
          <p:cNvGrpSpPr/>
          <p:nvPr/>
        </p:nvGrpSpPr>
        <p:grpSpPr>
          <a:xfrm>
            <a:off x="6882888" y="4720004"/>
            <a:ext cx="1205836" cy="645324"/>
            <a:chOff x="2806536" y="4547597"/>
            <a:chExt cx="1524041" cy="733137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28A6C9F-CA46-410A-8F96-BFA5FA61291A}"/>
                </a:ext>
              </a:extLst>
            </p:cNvPr>
            <p:cNvSpPr/>
            <p:nvPr/>
          </p:nvSpPr>
          <p:spPr>
            <a:xfrm>
              <a:off x="2806536" y="4547597"/>
              <a:ext cx="1114732" cy="332509"/>
            </a:xfrm>
            <a:prstGeom prst="roundRect">
              <a:avLst/>
            </a:prstGeom>
            <a:solidFill>
              <a:schemeClr val="accent4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9CA3B66-7DD4-433E-9461-B8530C3A09B0}"/>
                </a:ext>
              </a:extLst>
            </p:cNvPr>
            <p:cNvSpPr/>
            <p:nvPr/>
          </p:nvSpPr>
          <p:spPr>
            <a:xfrm>
              <a:off x="3012588" y="4880106"/>
              <a:ext cx="1317989" cy="400628"/>
            </a:xfrm>
            <a:prstGeom prst="roundRect">
              <a:avLst/>
            </a:prstGeom>
            <a:solidFill>
              <a:srgbClr val="7030A0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Arrow: Bent-Up 27">
            <a:extLst>
              <a:ext uri="{FF2B5EF4-FFF2-40B4-BE49-F238E27FC236}">
                <a16:creationId xmlns:a16="http://schemas.microsoft.com/office/drawing/2014/main" id="{01636AC1-B0D8-4582-A509-4DC54FCC4060}"/>
              </a:ext>
            </a:extLst>
          </p:cNvPr>
          <p:cNvSpPr/>
          <p:nvPr/>
        </p:nvSpPr>
        <p:spPr>
          <a:xfrm>
            <a:off x="3914775" y="2266855"/>
            <a:ext cx="5038725" cy="1178885"/>
          </a:xfrm>
          <a:prstGeom prst="bentUpArrow">
            <a:avLst>
              <a:gd name="adj1" fmla="val 26035"/>
              <a:gd name="adj2" fmla="val 25000"/>
              <a:gd name="adj3" fmla="val 25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E244CA6-C13E-4CAA-8DB3-BD5B8104307E}"/>
              </a:ext>
            </a:extLst>
          </p:cNvPr>
          <p:cNvSpPr/>
          <p:nvPr/>
        </p:nvSpPr>
        <p:spPr>
          <a:xfrm>
            <a:off x="2669073" y="1238305"/>
            <a:ext cx="743195" cy="292682"/>
          </a:xfrm>
          <a:prstGeom prst="roundRect">
            <a:avLst/>
          </a:prstGeom>
          <a:solidFill>
            <a:schemeClr val="bg1">
              <a:lumMod val="8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324D6D8-4B5A-454B-9F47-D8688CAB5FB0}"/>
              </a:ext>
            </a:extLst>
          </p:cNvPr>
          <p:cNvSpPr/>
          <p:nvPr/>
        </p:nvSpPr>
        <p:spPr>
          <a:xfrm>
            <a:off x="2669074" y="1612169"/>
            <a:ext cx="743195" cy="292682"/>
          </a:xfrm>
          <a:prstGeom prst="round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1AB57ED-0567-4146-89B9-41F82E93FE4E}"/>
              </a:ext>
            </a:extLst>
          </p:cNvPr>
          <p:cNvSpPr/>
          <p:nvPr/>
        </p:nvSpPr>
        <p:spPr>
          <a:xfrm>
            <a:off x="2669073" y="1974173"/>
            <a:ext cx="743195" cy="292682"/>
          </a:xfrm>
          <a:prstGeom prst="roundRect">
            <a:avLst/>
          </a:prstGeom>
          <a:solidFill>
            <a:schemeClr val="tx1">
              <a:lumMod val="75000"/>
              <a:lumOff val="2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E9F65E8-B615-487A-95A8-F7F0B01693E9}"/>
              </a:ext>
            </a:extLst>
          </p:cNvPr>
          <p:cNvSpPr/>
          <p:nvPr/>
        </p:nvSpPr>
        <p:spPr>
          <a:xfrm>
            <a:off x="2669073" y="2348037"/>
            <a:ext cx="743195" cy="292682"/>
          </a:xfrm>
          <a:prstGeom prst="roundRect">
            <a:avLst/>
          </a:prstGeom>
          <a:solidFill>
            <a:schemeClr val="tx1"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74B9C6D-9533-464D-842F-41A763BD6930}"/>
              </a:ext>
            </a:extLst>
          </p:cNvPr>
          <p:cNvSpPr/>
          <p:nvPr/>
        </p:nvSpPr>
        <p:spPr>
          <a:xfrm>
            <a:off x="5850423" y="1091964"/>
            <a:ext cx="743195" cy="292682"/>
          </a:xfrm>
          <a:prstGeom prst="roundRect">
            <a:avLst/>
          </a:prstGeom>
          <a:solidFill>
            <a:schemeClr val="bg1">
              <a:lumMod val="8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BEFC43E-F432-4E8C-AED1-4DD2543435A3}"/>
              </a:ext>
            </a:extLst>
          </p:cNvPr>
          <p:cNvSpPr/>
          <p:nvPr/>
        </p:nvSpPr>
        <p:spPr>
          <a:xfrm>
            <a:off x="7222345" y="1103864"/>
            <a:ext cx="743195" cy="292682"/>
          </a:xfrm>
          <a:prstGeom prst="round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D3976F0-0707-4BAF-B934-2F48608C7D24}"/>
              </a:ext>
            </a:extLst>
          </p:cNvPr>
          <p:cNvSpPr/>
          <p:nvPr/>
        </p:nvSpPr>
        <p:spPr>
          <a:xfrm>
            <a:off x="8640730" y="1103864"/>
            <a:ext cx="743195" cy="292682"/>
          </a:xfrm>
          <a:prstGeom prst="roundRect">
            <a:avLst/>
          </a:prstGeom>
          <a:solidFill>
            <a:schemeClr val="tx1">
              <a:lumMod val="75000"/>
              <a:lumOff val="2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B06C389-FBD7-481B-AAC4-399FF1A27286}"/>
              </a:ext>
            </a:extLst>
          </p:cNvPr>
          <p:cNvSpPr/>
          <p:nvPr/>
        </p:nvSpPr>
        <p:spPr>
          <a:xfrm>
            <a:off x="10059115" y="1103864"/>
            <a:ext cx="743195" cy="292682"/>
          </a:xfrm>
          <a:prstGeom prst="roundRect">
            <a:avLst/>
          </a:prstGeom>
          <a:solidFill>
            <a:schemeClr val="tx1"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8D85D31-EB07-447E-8766-C3E096268A7D}"/>
              </a:ext>
            </a:extLst>
          </p:cNvPr>
          <p:cNvSpPr/>
          <p:nvPr/>
        </p:nvSpPr>
        <p:spPr>
          <a:xfrm>
            <a:off x="5850423" y="1465562"/>
            <a:ext cx="743195" cy="292682"/>
          </a:xfrm>
          <a:prstGeom prst="roundRect">
            <a:avLst/>
          </a:prstGeom>
          <a:solidFill>
            <a:schemeClr val="bg1">
              <a:lumMod val="8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72635C3-0564-4186-878F-B61EDE7DA021}"/>
              </a:ext>
            </a:extLst>
          </p:cNvPr>
          <p:cNvSpPr/>
          <p:nvPr/>
        </p:nvSpPr>
        <p:spPr>
          <a:xfrm>
            <a:off x="7222345" y="1477462"/>
            <a:ext cx="743195" cy="292682"/>
          </a:xfrm>
          <a:prstGeom prst="round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3EDAC1C-1E0F-497E-A995-CC18A3F701F8}"/>
              </a:ext>
            </a:extLst>
          </p:cNvPr>
          <p:cNvSpPr/>
          <p:nvPr/>
        </p:nvSpPr>
        <p:spPr>
          <a:xfrm>
            <a:off x="8640730" y="1477462"/>
            <a:ext cx="743195" cy="292682"/>
          </a:xfrm>
          <a:prstGeom prst="roundRect">
            <a:avLst/>
          </a:prstGeom>
          <a:solidFill>
            <a:schemeClr val="tx1">
              <a:lumMod val="75000"/>
              <a:lumOff val="2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ED4AEC1-65E9-4B93-90D6-316F2921402E}"/>
              </a:ext>
            </a:extLst>
          </p:cNvPr>
          <p:cNvSpPr/>
          <p:nvPr/>
        </p:nvSpPr>
        <p:spPr>
          <a:xfrm>
            <a:off x="10059115" y="1477462"/>
            <a:ext cx="743195" cy="292682"/>
          </a:xfrm>
          <a:prstGeom prst="roundRect">
            <a:avLst/>
          </a:prstGeom>
          <a:solidFill>
            <a:schemeClr val="tx1"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F85A5B4-3C11-46CE-BB23-D1F069B5CD4C}"/>
              </a:ext>
            </a:extLst>
          </p:cNvPr>
          <p:cNvSpPr/>
          <p:nvPr/>
        </p:nvSpPr>
        <p:spPr>
          <a:xfrm>
            <a:off x="5850423" y="1826163"/>
            <a:ext cx="743195" cy="292682"/>
          </a:xfrm>
          <a:prstGeom prst="roundRect">
            <a:avLst/>
          </a:prstGeom>
          <a:solidFill>
            <a:schemeClr val="bg1">
              <a:lumMod val="8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316FB0B-0DB2-46C9-A670-6D26CBD63924}"/>
              </a:ext>
            </a:extLst>
          </p:cNvPr>
          <p:cNvSpPr/>
          <p:nvPr/>
        </p:nvSpPr>
        <p:spPr>
          <a:xfrm>
            <a:off x="7222345" y="1838063"/>
            <a:ext cx="743195" cy="292682"/>
          </a:xfrm>
          <a:prstGeom prst="round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B8F5D6-B4AD-485D-8B89-561EFDB80C76}"/>
              </a:ext>
            </a:extLst>
          </p:cNvPr>
          <p:cNvSpPr/>
          <p:nvPr/>
        </p:nvSpPr>
        <p:spPr>
          <a:xfrm>
            <a:off x="8640730" y="1838063"/>
            <a:ext cx="743195" cy="292682"/>
          </a:xfrm>
          <a:prstGeom prst="roundRect">
            <a:avLst/>
          </a:prstGeom>
          <a:solidFill>
            <a:schemeClr val="tx1">
              <a:lumMod val="75000"/>
              <a:lumOff val="2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145F703-DC88-4F3C-ADEC-BFC2103F42A2}"/>
              </a:ext>
            </a:extLst>
          </p:cNvPr>
          <p:cNvSpPr/>
          <p:nvPr/>
        </p:nvSpPr>
        <p:spPr>
          <a:xfrm>
            <a:off x="10059115" y="1838063"/>
            <a:ext cx="743195" cy="292682"/>
          </a:xfrm>
          <a:prstGeom prst="roundRect">
            <a:avLst/>
          </a:prstGeom>
          <a:solidFill>
            <a:schemeClr val="tx1"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527E107-9004-4FD5-A0C7-607B0649E482}"/>
              </a:ext>
            </a:extLst>
          </p:cNvPr>
          <p:cNvSpPr/>
          <p:nvPr/>
        </p:nvSpPr>
        <p:spPr>
          <a:xfrm>
            <a:off x="2665192" y="2709872"/>
            <a:ext cx="743195" cy="292682"/>
          </a:xfrm>
          <a:prstGeom prst="roundRect">
            <a:avLst/>
          </a:prstGeom>
          <a:solidFill>
            <a:schemeClr val="bg1">
              <a:lumMod val="8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5BB60BE-5CD7-4CC8-A813-66F135A14B57}"/>
              </a:ext>
            </a:extLst>
          </p:cNvPr>
          <p:cNvSpPr/>
          <p:nvPr/>
        </p:nvSpPr>
        <p:spPr>
          <a:xfrm>
            <a:off x="2665193" y="3083736"/>
            <a:ext cx="743195" cy="292682"/>
          </a:xfrm>
          <a:prstGeom prst="round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65C1EAF-1195-4F06-A298-4B52E44246CC}"/>
              </a:ext>
            </a:extLst>
          </p:cNvPr>
          <p:cNvSpPr/>
          <p:nvPr/>
        </p:nvSpPr>
        <p:spPr>
          <a:xfrm>
            <a:off x="2665192" y="3445740"/>
            <a:ext cx="743195" cy="292682"/>
          </a:xfrm>
          <a:prstGeom prst="roundRect">
            <a:avLst/>
          </a:prstGeom>
          <a:solidFill>
            <a:schemeClr val="tx1">
              <a:lumMod val="75000"/>
              <a:lumOff val="2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2987071-324A-4467-82D5-43C5F8290EE9}"/>
              </a:ext>
            </a:extLst>
          </p:cNvPr>
          <p:cNvSpPr/>
          <p:nvPr/>
        </p:nvSpPr>
        <p:spPr>
          <a:xfrm>
            <a:off x="2665192" y="3819604"/>
            <a:ext cx="743195" cy="292682"/>
          </a:xfrm>
          <a:prstGeom prst="roundRect">
            <a:avLst/>
          </a:prstGeom>
          <a:solidFill>
            <a:schemeClr val="tx1"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7A9D1AC-1182-423D-BB3F-7FEB1EF4061D}"/>
              </a:ext>
            </a:extLst>
          </p:cNvPr>
          <p:cNvSpPr/>
          <p:nvPr/>
        </p:nvSpPr>
        <p:spPr>
          <a:xfrm>
            <a:off x="2669073" y="4207791"/>
            <a:ext cx="743195" cy="292682"/>
          </a:xfrm>
          <a:prstGeom prst="roundRect">
            <a:avLst/>
          </a:prstGeom>
          <a:solidFill>
            <a:schemeClr val="bg1">
              <a:lumMod val="8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F23D4FE-2757-481B-B43D-D897386B3EE6}"/>
              </a:ext>
            </a:extLst>
          </p:cNvPr>
          <p:cNvSpPr/>
          <p:nvPr/>
        </p:nvSpPr>
        <p:spPr>
          <a:xfrm>
            <a:off x="2669074" y="4581655"/>
            <a:ext cx="743195" cy="292682"/>
          </a:xfrm>
          <a:prstGeom prst="round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E542A78-C534-4687-8105-D86F841851E8}"/>
              </a:ext>
            </a:extLst>
          </p:cNvPr>
          <p:cNvSpPr/>
          <p:nvPr/>
        </p:nvSpPr>
        <p:spPr>
          <a:xfrm>
            <a:off x="2669073" y="4943659"/>
            <a:ext cx="743195" cy="292682"/>
          </a:xfrm>
          <a:prstGeom prst="roundRect">
            <a:avLst/>
          </a:prstGeom>
          <a:solidFill>
            <a:schemeClr val="tx1">
              <a:lumMod val="75000"/>
              <a:lumOff val="2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5B70B2A-5505-448B-AACC-1E27DBA1B8DF}"/>
              </a:ext>
            </a:extLst>
          </p:cNvPr>
          <p:cNvSpPr/>
          <p:nvPr/>
        </p:nvSpPr>
        <p:spPr>
          <a:xfrm>
            <a:off x="2669073" y="5317523"/>
            <a:ext cx="743195" cy="292682"/>
          </a:xfrm>
          <a:prstGeom prst="roundRect">
            <a:avLst/>
          </a:prstGeom>
          <a:solidFill>
            <a:schemeClr val="tx1"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4B1A099-783C-452A-A790-4676F5F17E9F}"/>
              </a:ext>
            </a:extLst>
          </p:cNvPr>
          <p:cNvSpPr/>
          <p:nvPr/>
        </p:nvSpPr>
        <p:spPr>
          <a:xfrm>
            <a:off x="1592668" y="1228725"/>
            <a:ext cx="743195" cy="292682"/>
          </a:xfrm>
          <a:prstGeom prst="roundRect">
            <a:avLst/>
          </a:prstGeom>
          <a:solidFill>
            <a:schemeClr val="bg1">
              <a:lumMod val="8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810E2C3-41F7-45E8-AE38-2DAA6DE093E9}"/>
              </a:ext>
            </a:extLst>
          </p:cNvPr>
          <p:cNvSpPr/>
          <p:nvPr/>
        </p:nvSpPr>
        <p:spPr>
          <a:xfrm>
            <a:off x="1592669" y="1602589"/>
            <a:ext cx="743195" cy="292682"/>
          </a:xfrm>
          <a:prstGeom prst="round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48DCE5-9C1B-40A9-9B33-8BAC640C00A4}"/>
              </a:ext>
            </a:extLst>
          </p:cNvPr>
          <p:cNvSpPr/>
          <p:nvPr/>
        </p:nvSpPr>
        <p:spPr>
          <a:xfrm>
            <a:off x="1592668" y="1964593"/>
            <a:ext cx="743195" cy="292682"/>
          </a:xfrm>
          <a:prstGeom prst="roundRect">
            <a:avLst/>
          </a:prstGeom>
          <a:solidFill>
            <a:schemeClr val="tx1">
              <a:lumMod val="75000"/>
              <a:lumOff val="2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818E619-2701-4A93-BB3F-1CD81EC54085}"/>
              </a:ext>
            </a:extLst>
          </p:cNvPr>
          <p:cNvSpPr/>
          <p:nvPr/>
        </p:nvSpPr>
        <p:spPr>
          <a:xfrm>
            <a:off x="1592668" y="2338457"/>
            <a:ext cx="743195" cy="292682"/>
          </a:xfrm>
          <a:prstGeom prst="roundRect">
            <a:avLst/>
          </a:prstGeom>
          <a:solidFill>
            <a:schemeClr val="tx1"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BDDD015-3AF8-4B46-B1ED-376FEEA7B92F}"/>
              </a:ext>
            </a:extLst>
          </p:cNvPr>
          <p:cNvSpPr/>
          <p:nvPr/>
        </p:nvSpPr>
        <p:spPr>
          <a:xfrm>
            <a:off x="1588787" y="2700292"/>
            <a:ext cx="743195" cy="292682"/>
          </a:xfrm>
          <a:prstGeom prst="roundRect">
            <a:avLst/>
          </a:prstGeom>
          <a:solidFill>
            <a:schemeClr val="bg1">
              <a:lumMod val="8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D825E78-F585-4B7B-8ED6-910699491586}"/>
              </a:ext>
            </a:extLst>
          </p:cNvPr>
          <p:cNvSpPr/>
          <p:nvPr/>
        </p:nvSpPr>
        <p:spPr>
          <a:xfrm>
            <a:off x="1588788" y="3074156"/>
            <a:ext cx="743195" cy="292682"/>
          </a:xfrm>
          <a:prstGeom prst="round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53CDF7F1-CB54-4398-A35F-50B0F95E2364}"/>
              </a:ext>
            </a:extLst>
          </p:cNvPr>
          <p:cNvSpPr/>
          <p:nvPr/>
        </p:nvSpPr>
        <p:spPr>
          <a:xfrm>
            <a:off x="1588787" y="3436160"/>
            <a:ext cx="743195" cy="292682"/>
          </a:xfrm>
          <a:prstGeom prst="roundRect">
            <a:avLst/>
          </a:prstGeom>
          <a:solidFill>
            <a:schemeClr val="tx1">
              <a:lumMod val="75000"/>
              <a:lumOff val="2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E9F4A9E-43E3-4F29-B7AB-95681A93F82C}"/>
              </a:ext>
            </a:extLst>
          </p:cNvPr>
          <p:cNvSpPr/>
          <p:nvPr/>
        </p:nvSpPr>
        <p:spPr>
          <a:xfrm>
            <a:off x="1588787" y="3810024"/>
            <a:ext cx="743195" cy="292682"/>
          </a:xfrm>
          <a:prstGeom prst="roundRect">
            <a:avLst/>
          </a:prstGeom>
          <a:solidFill>
            <a:schemeClr val="tx1"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D8B60B2-BFFA-441C-9A64-743DED93CCF7}"/>
              </a:ext>
            </a:extLst>
          </p:cNvPr>
          <p:cNvSpPr/>
          <p:nvPr/>
        </p:nvSpPr>
        <p:spPr>
          <a:xfrm>
            <a:off x="1592668" y="4198211"/>
            <a:ext cx="743195" cy="292682"/>
          </a:xfrm>
          <a:prstGeom prst="roundRect">
            <a:avLst/>
          </a:prstGeom>
          <a:solidFill>
            <a:schemeClr val="bg1">
              <a:lumMod val="8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6904D8E-8915-47E2-982F-801033C9EB2D}"/>
              </a:ext>
            </a:extLst>
          </p:cNvPr>
          <p:cNvSpPr/>
          <p:nvPr/>
        </p:nvSpPr>
        <p:spPr>
          <a:xfrm>
            <a:off x="1592669" y="4572075"/>
            <a:ext cx="743195" cy="292682"/>
          </a:xfrm>
          <a:prstGeom prst="round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AB7E9E9-C12F-4B4F-9CED-8B9C8A9892B4}"/>
              </a:ext>
            </a:extLst>
          </p:cNvPr>
          <p:cNvSpPr/>
          <p:nvPr/>
        </p:nvSpPr>
        <p:spPr>
          <a:xfrm>
            <a:off x="1592668" y="4934079"/>
            <a:ext cx="743195" cy="292682"/>
          </a:xfrm>
          <a:prstGeom prst="roundRect">
            <a:avLst/>
          </a:prstGeom>
          <a:solidFill>
            <a:schemeClr val="tx1">
              <a:lumMod val="75000"/>
              <a:lumOff val="2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77B6304C-3DF7-4128-8A18-75796D56CAE2}"/>
              </a:ext>
            </a:extLst>
          </p:cNvPr>
          <p:cNvSpPr/>
          <p:nvPr/>
        </p:nvSpPr>
        <p:spPr>
          <a:xfrm>
            <a:off x="1592668" y="5307943"/>
            <a:ext cx="743195" cy="292682"/>
          </a:xfrm>
          <a:prstGeom prst="roundRect">
            <a:avLst/>
          </a:prstGeom>
          <a:solidFill>
            <a:schemeClr val="tx1"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6A02A88E-9007-4149-9B2F-0B2F78166DE9}"/>
              </a:ext>
            </a:extLst>
          </p:cNvPr>
          <p:cNvSpPr/>
          <p:nvPr/>
        </p:nvSpPr>
        <p:spPr>
          <a:xfrm>
            <a:off x="5850423" y="729874"/>
            <a:ext cx="743195" cy="292682"/>
          </a:xfrm>
          <a:prstGeom prst="roundRect">
            <a:avLst/>
          </a:prstGeom>
          <a:solidFill>
            <a:schemeClr val="bg1">
              <a:lumMod val="8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4CBD221-4BED-41E9-A97E-A943898061AE}"/>
              </a:ext>
            </a:extLst>
          </p:cNvPr>
          <p:cNvSpPr/>
          <p:nvPr/>
        </p:nvSpPr>
        <p:spPr>
          <a:xfrm>
            <a:off x="7222345" y="741774"/>
            <a:ext cx="743195" cy="292682"/>
          </a:xfrm>
          <a:prstGeom prst="round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11DF8B5F-70F4-499E-B2A8-3B55482A89DB}"/>
              </a:ext>
            </a:extLst>
          </p:cNvPr>
          <p:cNvSpPr/>
          <p:nvPr/>
        </p:nvSpPr>
        <p:spPr>
          <a:xfrm>
            <a:off x="8640730" y="741774"/>
            <a:ext cx="743195" cy="292682"/>
          </a:xfrm>
          <a:prstGeom prst="roundRect">
            <a:avLst/>
          </a:prstGeom>
          <a:solidFill>
            <a:schemeClr val="tx1">
              <a:lumMod val="75000"/>
              <a:lumOff val="2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9A06C11-F12F-4ACF-A05D-0D5EF9807B15}"/>
              </a:ext>
            </a:extLst>
          </p:cNvPr>
          <p:cNvSpPr/>
          <p:nvPr/>
        </p:nvSpPr>
        <p:spPr>
          <a:xfrm>
            <a:off x="10059115" y="741774"/>
            <a:ext cx="743195" cy="292682"/>
          </a:xfrm>
          <a:prstGeom prst="roundRect">
            <a:avLst/>
          </a:prstGeom>
          <a:solidFill>
            <a:schemeClr val="tx1"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760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90EEEA6-4348-43D0-B4D9-47A95AF26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568265"/>
              </p:ext>
            </p:extLst>
          </p:nvPr>
        </p:nvGraphicFramePr>
        <p:xfrm>
          <a:off x="4405188" y="750992"/>
          <a:ext cx="7061955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391">
                  <a:extLst>
                    <a:ext uri="{9D8B030D-6E8A-4147-A177-3AD203B41FA5}">
                      <a16:colId xmlns:a16="http://schemas.microsoft.com/office/drawing/2014/main" val="2862594179"/>
                    </a:ext>
                  </a:extLst>
                </a:gridCol>
                <a:gridCol w="1412391">
                  <a:extLst>
                    <a:ext uri="{9D8B030D-6E8A-4147-A177-3AD203B41FA5}">
                      <a16:colId xmlns:a16="http://schemas.microsoft.com/office/drawing/2014/main" val="1157636541"/>
                    </a:ext>
                  </a:extLst>
                </a:gridCol>
                <a:gridCol w="1412391">
                  <a:extLst>
                    <a:ext uri="{9D8B030D-6E8A-4147-A177-3AD203B41FA5}">
                      <a16:colId xmlns:a16="http://schemas.microsoft.com/office/drawing/2014/main" val="2319128866"/>
                    </a:ext>
                  </a:extLst>
                </a:gridCol>
                <a:gridCol w="1412391">
                  <a:extLst>
                    <a:ext uri="{9D8B030D-6E8A-4147-A177-3AD203B41FA5}">
                      <a16:colId xmlns:a16="http://schemas.microsoft.com/office/drawing/2014/main" val="3081709681"/>
                    </a:ext>
                  </a:extLst>
                </a:gridCol>
                <a:gridCol w="1412391">
                  <a:extLst>
                    <a:ext uri="{9D8B030D-6E8A-4147-A177-3AD203B41FA5}">
                      <a16:colId xmlns:a16="http://schemas.microsoft.com/office/drawing/2014/main" val="3856911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710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04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07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542790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A7229F4-4F4D-439B-A6BD-5BCF5ABED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344432"/>
              </p:ext>
            </p:extLst>
          </p:nvPr>
        </p:nvGraphicFramePr>
        <p:xfrm>
          <a:off x="434981" y="763284"/>
          <a:ext cx="3323094" cy="48875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698">
                  <a:extLst>
                    <a:ext uri="{9D8B030D-6E8A-4147-A177-3AD203B41FA5}">
                      <a16:colId xmlns:a16="http://schemas.microsoft.com/office/drawing/2014/main" val="831713539"/>
                    </a:ext>
                  </a:extLst>
                </a:gridCol>
                <a:gridCol w="1107698">
                  <a:extLst>
                    <a:ext uri="{9D8B030D-6E8A-4147-A177-3AD203B41FA5}">
                      <a16:colId xmlns:a16="http://schemas.microsoft.com/office/drawing/2014/main" val="2317386009"/>
                    </a:ext>
                  </a:extLst>
                </a:gridCol>
                <a:gridCol w="1107698">
                  <a:extLst>
                    <a:ext uri="{9D8B030D-6E8A-4147-A177-3AD203B41FA5}">
                      <a16:colId xmlns:a16="http://schemas.microsoft.com/office/drawing/2014/main" val="3431974553"/>
                    </a:ext>
                  </a:extLst>
                </a:gridCol>
              </a:tblGrid>
              <a:tr h="437516">
                <a:tc>
                  <a:txBody>
                    <a:bodyPr/>
                    <a:lstStyle/>
                    <a:p>
                      <a:r>
                        <a:rPr lang="en-US" b="1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817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97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889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36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08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80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35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0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619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381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1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468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45693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83D0EEA-53AA-475A-B21A-EC9F8733A88F}"/>
              </a:ext>
            </a:extLst>
          </p:cNvPr>
          <p:cNvSpPr txBox="1"/>
          <p:nvPr/>
        </p:nvSpPr>
        <p:spPr>
          <a:xfrm>
            <a:off x="7736956" y="2512611"/>
            <a:ext cx="3807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Pivot data </a:t>
            </a:r>
            <a:r>
              <a:rPr lang="en-US" sz="4000" b="1" u="sng" dirty="0"/>
              <a:t>wider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13FC8C4-E6E4-4952-A271-42FCFC62A510}"/>
              </a:ext>
            </a:extLst>
          </p:cNvPr>
          <p:cNvSpPr/>
          <p:nvPr/>
        </p:nvSpPr>
        <p:spPr>
          <a:xfrm>
            <a:off x="1601016" y="792819"/>
            <a:ext cx="495512" cy="302037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C3361A0-B4BC-4D01-B644-EB29945DE8EE}"/>
              </a:ext>
            </a:extLst>
          </p:cNvPr>
          <p:cNvSpPr/>
          <p:nvPr/>
        </p:nvSpPr>
        <p:spPr>
          <a:xfrm>
            <a:off x="2685323" y="807148"/>
            <a:ext cx="602146" cy="288892"/>
          </a:xfrm>
          <a:prstGeom prst="roundRect">
            <a:avLst/>
          </a:prstGeom>
          <a:solidFill>
            <a:srgbClr val="7030A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Arrow: Bent-Up 27">
            <a:extLst>
              <a:ext uri="{FF2B5EF4-FFF2-40B4-BE49-F238E27FC236}">
                <a16:creationId xmlns:a16="http://schemas.microsoft.com/office/drawing/2014/main" id="{01636AC1-B0D8-4582-A509-4DC54FCC4060}"/>
              </a:ext>
            </a:extLst>
          </p:cNvPr>
          <p:cNvSpPr/>
          <p:nvPr/>
        </p:nvSpPr>
        <p:spPr>
          <a:xfrm>
            <a:off x="3914775" y="2266855"/>
            <a:ext cx="3590925" cy="1178885"/>
          </a:xfrm>
          <a:prstGeom prst="bentUpArrow">
            <a:avLst>
              <a:gd name="adj1" fmla="val 26035"/>
              <a:gd name="adj2" fmla="val 25000"/>
              <a:gd name="adj3" fmla="val 25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E244CA6-C13E-4CAA-8DB3-BD5B8104307E}"/>
              </a:ext>
            </a:extLst>
          </p:cNvPr>
          <p:cNvSpPr/>
          <p:nvPr/>
        </p:nvSpPr>
        <p:spPr>
          <a:xfrm>
            <a:off x="2669073" y="1238305"/>
            <a:ext cx="743195" cy="292682"/>
          </a:xfrm>
          <a:prstGeom prst="roundRect">
            <a:avLst/>
          </a:prstGeom>
          <a:solidFill>
            <a:srgbClr val="E5BEF4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324D6D8-4B5A-454B-9F47-D8688CAB5FB0}"/>
              </a:ext>
            </a:extLst>
          </p:cNvPr>
          <p:cNvSpPr/>
          <p:nvPr/>
        </p:nvSpPr>
        <p:spPr>
          <a:xfrm>
            <a:off x="2669074" y="1612169"/>
            <a:ext cx="743195" cy="292682"/>
          </a:xfrm>
          <a:prstGeom prst="roundRect">
            <a:avLst/>
          </a:prstGeom>
          <a:solidFill>
            <a:srgbClr val="E960E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1AB57ED-0567-4146-89B9-41F82E93FE4E}"/>
              </a:ext>
            </a:extLst>
          </p:cNvPr>
          <p:cNvSpPr/>
          <p:nvPr/>
        </p:nvSpPr>
        <p:spPr>
          <a:xfrm>
            <a:off x="2669073" y="1974173"/>
            <a:ext cx="743195" cy="292682"/>
          </a:xfrm>
          <a:prstGeom prst="roundRect">
            <a:avLst/>
          </a:prstGeom>
          <a:solidFill>
            <a:srgbClr val="D71AD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E9F65E8-B615-487A-95A8-F7F0B01693E9}"/>
              </a:ext>
            </a:extLst>
          </p:cNvPr>
          <p:cNvSpPr/>
          <p:nvPr/>
        </p:nvSpPr>
        <p:spPr>
          <a:xfrm>
            <a:off x="2669073" y="2348037"/>
            <a:ext cx="743195" cy="292682"/>
          </a:xfrm>
          <a:prstGeom prst="roundRect">
            <a:avLst/>
          </a:prstGeom>
          <a:solidFill>
            <a:srgbClr val="680C6A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527E107-9004-4FD5-A0C7-607B0649E482}"/>
              </a:ext>
            </a:extLst>
          </p:cNvPr>
          <p:cNvSpPr/>
          <p:nvPr/>
        </p:nvSpPr>
        <p:spPr>
          <a:xfrm>
            <a:off x="2665192" y="2709872"/>
            <a:ext cx="743195" cy="292682"/>
          </a:xfrm>
          <a:prstGeom prst="roundRect">
            <a:avLst/>
          </a:prstGeom>
          <a:solidFill>
            <a:srgbClr val="E5BEF4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5BB60BE-5CD7-4CC8-A813-66F135A14B57}"/>
              </a:ext>
            </a:extLst>
          </p:cNvPr>
          <p:cNvSpPr/>
          <p:nvPr/>
        </p:nvSpPr>
        <p:spPr>
          <a:xfrm>
            <a:off x="2665193" y="3083736"/>
            <a:ext cx="743195" cy="292682"/>
          </a:xfrm>
          <a:prstGeom prst="roundRect">
            <a:avLst/>
          </a:prstGeom>
          <a:solidFill>
            <a:srgbClr val="E960E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65C1EAF-1195-4F06-A298-4B52E44246CC}"/>
              </a:ext>
            </a:extLst>
          </p:cNvPr>
          <p:cNvSpPr/>
          <p:nvPr/>
        </p:nvSpPr>
        <p:spPr>
          <a:xfrm>
            <a:off x="2665192" y="3445740"/>
            <a:ext cx="743195" cy="292682"/>
          </a:xfrm>
          <a:prstGeom prst="roundRect">
            <a:avLst/>
          </a:prstGeom>
          <a:solidFill>
            <a:srgbClr val="D71AD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2987071-324A-4467-82D5-43C5F8290EE9}"/>
              </a:ext>
            </a:extLst>
          </p:cNvPr>
          <p:cNvSpPr/>
          <p:nvPr/>
        </p:nvSpPr>
        <p:spPr>
          <a:xfrm>
            <a:off x="2665192" y="3819604"/>
            <a:ext cx="743195" cy="292682"/>
          </a:xfrm>
          <a:prstGeom prst="roundRect">
            <a:avLst/>
          </a:prstGeom>
          <a:solidFill>
            <a:srgbClr val="680C6A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7A9D1AC-1182-423D-BB3F-7FEB1EF4061D}"/>
              </a:ext>
            </a:extLst>
          </p:cNvPr>
          <p:cNvSpPr/>
          <p:nvPr/>
        </p:nvSpPr>
        <p:spPr>
          <a:xfrm>
            <a:off x="2669073" y="4207791"/>
            <a:ext cx="743195" cy="292682"/>
          </a:xfrm>
          <a:prstGeom prst="roundRect">
            <a:avLst/>
          </a:prstGeom>
          <a:solidFill>
            <a:srgbClr val="E5BEF4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F23D4FE-2757-481B-B43D-D897386B3EE6}"/>
              </a:ext>
            </a:extLst>
          </p:cNvPr>
          <p:cNvSpPr/>
          <p:nvPr/>
        </p:nvSpPr>
        <p:spPr>
          <a:xfrm>
            <a:off x="2669074" y="4581655"/>
            <a:ext cx="743195" cy="292682"/>
          </a:xfrm>
          <a:prstGeom prst="roundRect">
            <a:avLst/>
          </a:prstGeom>
          <a:solidFill>
            <a:srgbClr val="E960E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E542A78-C534-4687-8105-D86F841851E8}"/>
              </a:ext>
            </a:extLst>
          </p:cNvPr>
          <p:cNvSpPr/>
          <p:nvPr/>
        </p:nvSpPr>
        <p:spPr>
          <a:xfrm>
            <a:off x="2669073" y="4943659"/>
            <a:ext cx="743195" cy="292682"/>
          </a:xfrm>
          <a:prstGeom prst="roundRect">
            <a:avLst/>
          </a:prstGeom>
          <a:solidFill>
            <a:srgbClr val="D71AD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5B70B2A-5505-448B-AACC-1E27DBA1B8DF}"/>
              </a:ext>
            </a:extLst>
          </p:cNvPr>
          <p:cNvSpPr/>
          <p:nvPr/>
        </p:nvSpPr>
        <p:spPr>
          <a:xfrm>
            <a:off x="2669073" y="5317523"/>
            <a:ext cx="743195" cy="292682"/>
          </a:xfrm>
          <a:prstGeom prst="roundRect">
            <a:avLst/>
          </a:prstGeom>
          <a:solidFill>
            <a:srgbClr val="680C6A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4B1A099-783C-452A-A790-4676F5F17E9F}"/>
              </a:ext>
            </a:extLst>
          </p:cNvPr>
          <p:cNvSpPr/>
          <p:nvPr/>
        </p:nvSpPr>
        <p:spPr>
          <a:xfrm>
            <a:off x="1592668" y="1228725"/>
            <a:ext cx="743195" cy="29268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810E2C3-41F7-45E8-AE38-2DAA6DE093E9}"/>
              </a:ext>
            </a:extLst>
          </p:cNvPr>
          <p:cNvSpPr/>
          <p:nvPr/>
        </p:nvSpPr>
        <p:spPr>
          <a:xfrm>
            <a:off x="1592669" y="1602589"/>
            <a:ext cx="743195" cy="29268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48DCE5-9C1B-40A9-9B33-8BAC640C00A4}"/>
              </a:ext>
            </a:extLst>
          </p:cNvPr>
          <p:cNvSpPr/>
          <p:nvPr/>
        </p:nvSpPr>
        <p:spPr>
          <a:xfrm>
            <a:off x="1592668" y="1964593"/>
            <a:ext cx="743195" cy="292682"/>
          </a:xfrm>
          <a:prstGeom prst="roundRect">
            <a:avLst/>
          </a:prstGeom>
          <a:solidFill>
            <a:schemeClr val="accent4">
              <a:lumMod val="7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818E619-2701-4A93-BB3F-1CD81EC54085}"/>
              </a:ext>
            </a:extLst>
          </p:cNvPr>
          <p:cNvSpPr/>
          <p:nvPr/>
        </p:nvSpPr>
        <p:spPr>
          <a:xfrm>
            <a:off x="1592668" y="2338457"/>
            <a:ext cx="743195" cy="292682"/>
          </a:xfrm>
          <a:prstGeom prst="roundRect">
            <a:avLst/>
          </a:prstGeom>
          <a:solidFill>
            <a:schemeClr val="accent4">
              <a:lumMod val="5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BDDD015-3AF8-4B46-B1ED-376FEEA7B92F}"/>
              </a:ext>
            </a:extLst>
          </p:cNvPr>
          <p:cNvSpPr/>
          <p:nvPr/>
        </p:nvSpPr>
        <p:spPr>
          <a:xfrm>
            <a:off x="1588787" y="2700292"/>
            <a:ext cx="743195" cy="29268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D825E78-F585-4B7B-8ED6-910699491586}"/>
              </a:ext>
            </a:extLst>
          </p:cNvPr>
          <p:cNvSpPr/>
          <p:nvPr/>
        </p:nvSpPr>
        <p:spPr>
          <a:xfrm>
            <a:off x="1588788" y="3074156"/>
            <a:ext cx="743195" cy="29268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53CDF7F1-CB54-4398-A35F-50B0F95E2364}"/>
              </a:ext>
            </a:extLst>
          </p:cNvPr>
          <p:cNvSpPr/>
          <p:nvPr/>
        </p:nvSpPr>
        <p:spPr>
          <a:xfrm>
            <a:off x="1588787" y="3436160"/>
            <a:ext cx="743195" cy="292682"/>
          </a:xfrm>
          <a:prstGeom prst="roundRect">
            <a:avLst/>
          </a:prstGeom>
          <a:solidFill>
            <a:schemeClr val="accent4">
              <a:lumMod val="7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E9F4A9E-43E3-4F29-B7AB-95681A93F82C}"/>
              </a:ext>
            </a:extLst>
          </p:cNvPr>
          <p:cNvSpPr/>
          <p:nvPr/>
        </p:nvSpPr>
        <p:spPr>
          <a:xfrm>
            <a:off x="1588787" y="3810024"/>
            <a:ext cx="743195" cy="292682"/>
          </a:xfrm>
          <a:prstGeom prst="roundRect">
            <a:avLst/>
          </a:prstGeom>
          <a:solidFill>
            <a:schemeClr val="accent4">
              <a:lumMod val="5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D8B60B2-BFFA-441C-9A64-743DED93CCF7}"/>
              </a:ext>
            </a:extLst>
          </p:cNvPr>
          <p:cNvSpPr/>
          <p:nvPr/>
        </p:nvSpPr>
        <p:spPr>
          <a:xfrm>
            <a:off x="1592668" y="4198211"/>
            <a:ext cx="743195" cy="29268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6904D8E-8915-47E2-982F-801033C9EB2D}"/>
              </a:ext>
            </a:extLst>
          </p:cNvPr>
          <p:cNvSpPr/>
          <p:nvPr/>
        </p:nvSpPr>
        <p:spPr>
          <a:xfrm>
            <a:off x="1592669" y="4572075"/>
            <a:ext cx="743195" cy="29268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AB7E9E9-C12F-4B4F-9CED-8B9C8A9892B4}"/>
              </a:ext>
            </a:extLst>
          </p:cNvPr>
          <p:cNvSpPr/>
          <p:nvPr/>
        </p:nvSpPr>
        <p:spPr>
          <a:xfrm>
            <a:off x="1592668" y="4934079"/>
            <a:ext cx="743195" cy="292682"/>
          </a:xfrm>
          <a:prstGeom prst="roundRect">
            <a:avLst/>
          </a:prstGeom>
          <a:solidFill>
            <a:schemeClr val="accent4">
              <a:lumMod val="7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77B6304C-3DF7-4128-8A18-75796D56CAE2}"/>
              </a:ext>
            </a:extLst>
          </p:cNvPr>
          <p:cNvSpPr/>
          <p:nvPr/>
        </p:nvSpPr>
        <p:spPr>
          <a:xfrm>
            <a:off x="1592668" y="5307943"/>
            <a:ext cx="743195" cy="292682"/>
          </a:xfrm>
          <a:prstGeom prst="roundRect">
            <a:avLst/>
          </a:prstGeom>
          <a:solidFill>
            <a:schemeClr val="accent4">
              <a:lumMod val="5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9E42B28-C471-4C4E-B96E-2B5AE5B21A82}"/>
              </a:ext>
            </a:extLst>
          </p:cNvPr>
          <p:cNvSpPr/>
          <p:nvPr/>
        </p:nvSpPr>
        <p:spPr>
          <a:xfrm>
            <a:off x="5838155" y="796600"/>
            <a:ext cx="743195" cy="29268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A84E1268-0B49-4D00-9ECE-D53A256A5F97}"/>
              </a:ext>
            </a:extLst>
          </p:cNvPr>
          <p:cNvSpPr/>
          <p:nvPr/>
        </p:nvSpPr>
        <p:spPr>
          <a:xfrm>
            <a:off x="7258450" y="778679"/>
            <a:ext cx="743195" cy="29268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D5987A5-A5CA-449F-A4DB-2191FEE737F8}"/>
              </a:ext>
            </a:extLst>
          </p:cNvPr>
          <p:cNvSpPr/>
          <p:nvPr/>
        </p:nvSpPr>
        <p:spPr>
          <a:xfrm>
            <a:off x="8676835" y="792819"/>
            <a:ext cx="743195" cy="292682"/>
          </a:xfrm>
          <a:prstGeom prst="roundRect">
            <a:avLst/>
          </a:prstGeom>
          <a:solidFill>
            <a:schemeClr val="accent4">
              <a:lumMod val="7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E0C35677-F968-4502-85FD-9E5B66C1B04F}"/>
              </a:ext>
            </a:extLst>
          </p:cNvPr>
          <p:cNvSpPr/>
          <p:nvPr/>
        </p:nvSpPr>
        <p:spPr>
          <a:xfrm>
            <a:off x="10077008" y="778679"/>
            <a:ext cx="743195" cy="292682"/>
          </a:xfrm>
          <a:prstGeom prst="roundRect">
            <a:avLst/>
          </a:prstGeom>
          <a:solidFill>
            <a:schemeClr val="accent4">
              <a:lumMod val="5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AB3B8AE-7821-4D94-869A-54FC2F5F2F27}"/>
              </a:ext>
            </a:extLst>
          </p:cNvPr>
          <p:cNvSpPr/>
          <p:nvPr/>
        </p:nvSpPr>
        <p:spPr>
          <a:xfrm>
            <a:off x="5838116" y="1159684"/>
            <a:ext cx="743195" cy="292682"/>
          </a:xfrm>
          <a:prstGeom prst="roundRect">
            <a:avLst/>
          </a:prstGeom>
          <a:solidFill>
            <a:srgbClr val="E5BEF4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5BF5CE7-E5DB-4F7D-A8BC-B52152B409D4}"/>
              </a:ext>
            </a:extLst>
          </p:cNvPr>
          <p:cNvSpPr/>
          <p:nvPr/>
        </p:nvSpPr>
        <p:spPr>
          <a:xfrm>
            <a:off x="5838116" y="1532288"/>
            <a:ext cx="743195" cy="292682"/>
          </a:xfrm>
          <a:prstGeom prst="roundRect">
            <a:avLst/>
          </a:prstGeom>
          <a:solidFill>
            <a:srgbClr val="E5BEF4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B7FCDEC-8FF3-401E-99BF-9C4FF4DF51B7}"/>
              </a:ext>
            </a:extLst>
          </p:cNvPr>
          <p:cNvSpPr/>
          <p:nvPr/>
        </p:nvSpPr>
        <p:spPr>
          <a:xfrm>
            <a:off x="5838116" y="1892889"/>
            <a:ext cx="743195" cy="292682"/>
          </a:xfrm>
          <a:prstGeom prst="roundRect">
            <a:avLst/>
          </a:prstGeom>
          <a:solidFill>
            <a:srgbClr val="E5BEF4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B490BB8-858F-40D0-B0E2-6B8E95EE248A}"/>
              </a:ext>
            </a:extLst>
          </p:cNvPr>
          <p:cNvSpPr/>
          <p:nvPr/>
        </p:nvSpPr>
        <p:spPr>
          <a:xfrm>
            <a:off x="7256501" y="1158690"/>
            <a:ext cx="743195" cy="292682"/>
          </a:xfrm>
          <a:prstGeom prst="roundRect">
            <a:avLst/>
          </a:prstGeom>
          <a:solidFill>
            <a:srgbClr val="E960E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BBADAF5-EE10-47D3-8660-ABD7C409ED1F}"/>
              </a:ext>
            </a:extLst>
          </p:cNvPr>
          <p:cNvSpPr/>
          <p:nvPr/>
        </p:nvSpPr>
        <p:spPr>
          <a:xfrm>
            <a:off x="7256500" y="1520654"/>
            <a:ext cx="743195" cy="292682"/>
          </a:xfrm>
          <a:prstGeom prst="roundRect">
            <a:avLst/>
          </a:prstGeom>
          <a:solidFill>
            <a:srgbClr val="E960E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666E9030-E76B-4F7E-8192-A3392E6F8014}"/>
              </a:ext>
            </a:extLst>
          </p:cNvPr>
          <p:cNvSpPr/>
          <p:nvPr/>
        </p:nvSpPr>
        <p:spPr>
          <a:xfrm>
            <a:off x="7256501" y="1899849"/>
            <a:ext cx="743195" cy="292682"/>
          </a:xfrm>
          <a:prstGeom prst="roundRect">
            <a:avLst/>
          </a:prstGeom>
          <a:solidFill>
            <a:srgbClr val="E960E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882317E-BAA3-4764-B4CD-3501267D8C57}"/>
              </a:ext>
            </a:extLst>
          </p:cNvPr>
          <p:cNvSpPr/>
          <p:nvPr/>
        </p:nvSpPr>
        <p:spPr>
          <a:xfrm>
            <a:off x="8676835" y="1158690"/>
            <a:ext cx="743195" cy="292682"/>
          </a:xfrm>
          <a:prstGeom prst="roundRect">
            <a:avLst/>
          </a:prstGeom>
          <a:solidFill>
            <a:srgbClr val="D71AD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1D228AFE-9909-41BE-A289-8B3DE3CBAB6C}"/>
              </a:ext>
            </a:extLst>
          </p:cNvPr>
          <p:cNvSpPr/>
          <p:nvPr/>
        </p:nvSpPr>
        <p:spPr>
          <a:xfrm>
            <a:off x="8676835" y="1529695"/>
            <a:ext cx="743195" cy="292682"/>
          </a:xfrm>
          <a:prstGeom prst="roundRect">
            <a:avLst/>
          </a:prstGeom>
          <a:solidFill>
            <a:srgbClr val="D71AD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5B3279FC-DE9B-450F-925D-91733D8C0B33}"/>
              </a:ext>
            </a:extLst>
          </p:cNvPr>
          <p:cNvSpPr/>
          <p:nvPr/>
        </p:nvSpPr>
        <p:spPr>
          <a:xfrm>
            <a:off x="8667928" y="1891751"/>
            <a:ext cx="743195" cy="292682"/>
          </a:xfrm>
          <a:prstGeom prst="roundRect">
            <a:avLst/>
          </a:prstGeom>
          <a:solidFill>
            <a:srgbClr val="D71AD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BDC2FEA3-8A5B-4993-BFDD-E12D119705B5}"/>
              </a:ext>
            </a:extLst>
          </p:cNvPr>
          <p:cNvSpPr/>
          <p:nvPr/>
        </p:nvSpPr>
        <p:spPr>
          <a:xfrm>
            <a:off x="10077008" y="1154243"/>
            <a:ext cx="743195" cy="292682"/>
          </a:xfrm>
          <a:prstGeom prst="roundRect">
            <a:avLst/>
          </a:prstGeom>
          <a:solidFill>
            <a:srgbClr val="680C6A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F60CB820-5778-45DC-8A94-899FCCBAFDBB}"/>
              </a:ext>
            </a:extLst>
          </p:cNvPr>
          <p:cNvSpPr/>
          <p:nvPr/>
        </p:nvSpPr>
        <p:spPr>
          <a:xfrm>
            <a:off x="10077008" y="1528104"/>
            <a:ext cx="743195" cy="292682"/>
          </a:xfrm>
          <a:prstGeom prst="roundRect">
            <a:avLst/>
          </a:prstGeom>
          <a:solidFill>
            <a:srgbClr val="680C6A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6AD21B2F-307D-4163-846F-616B9426BBE2}"/>
              </a:ext>
            </a:extLst>
          </p:cNvPr>
          <p:cNvSpPr/>
          <p:nvPr/>
        </p:nvSpPr>
        <p:spPr>
          <a:xfrm>
            <a:off x="10077008" y="1894572"/>
            <a:ext cx="743195" cy="292682"/>
          </a:xfrm>
          <a:prstGeom prst="roundRect">
            <a:avLst/>
          </a:prstGeom>
          <a:solidFill>
            <a:srgbClr val="680C6A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0DCC0E-9375-447F-A844-0A1CECAE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872" y="3576675"/>
            <a:ext cx="5344271" cy="2076740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28A6C9F-CA46-410A-8F96-BFA5FA61291A}"/>
              </a:ext>
            </a:extLst>
          </p:cNvPr>
          <p:cNvSpPr/>
          <p:nvPr/>
        </p:nvSpPr>
        <p:spPr>
          <a:xfrm>
            <a:off x="9710520" y="4447379"/>
            <a:ext cx="1312606" cy="352642"/>
          </a:xfrm>
          <a:prstGeom prst="roundRect">
            <a:avLst/>
          </a:prstGeom>
          <a:solidFill>
            <a:schemeClr val="accent4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9CA3B66-7DD4-433E-9461-B8530C3A09B0}"/>
              </a:ext>
            </a:extLst>
          </p:cNvPr>
          <p:cNvSpPr/>
          <p:nvPr/>
        </p:nvSpPr>
        <p:spPr>
          <a:xfrm>
            <a:off x="9927202" y="4841669"/>
            <a:ext cx="1464698" cy="352642"/>
          </a:xfrm>
          <a:prstGeom prst="roundRect">
            <a:avLst/>
          </a:prstGeom>
          <a:solidFill>
            <a:srgbClr val="7030A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335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90EEEA6-4348-43D0-B4D9-47A95AF26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880033"/>
              </p:ext>
            </p:extLst>
          </p:nvPr>
        </p:nvGraphicFramePr>
        <p:xfrm>
          <a:off x="5936739" y="2245482"/>
          <a:ext cx="4882115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8756">
                  <a:extLst>
                    <a:ext uri="{9D8B030D-6E8A-4147-A177-3AD203B41FA5}">
                      <a16:colId xmlns:a16="http://schemas.microsoft.com/office/drawing/2014/main" val="2862594179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1157636541"/>
                    </a:ext>
                  </a:extLst>
                </a:gridCol>
                <a:gridCol w="954741">
                  <a:extLst>
                    <a:ext uri="{9D8B030D-6E8A-4147-A177-3AD203B41FA5}">
                      <a16:colId xmlns:a16="http://schemas.microsoft.com/office/drawing/2014/main" val="2319128866"/>
                    </a:ext>
                  </a:extLst>
                </a:gridCol>
                <a:gridCol w="981636">
                  <a:extLst>
                    <a:ext uri="{9D8B030D-6E8A-4147-A177-3AD203B41FA5}">
                      <a16:colId xmlns:a16="http://schemas.microsoft.com/office/drawing/2014/main" val="3081709681"/>
                    </a:ext>
                  </a:extLst>
                </a:gridCol>
                <a:gridCol w="858794">
                  <a:extLst>
                    <a:ext uri="{9D8B030D-6E8A-4147-A177-3AD203B41FA5}">
                      <a16:colId xmlns:a16="http://schemas.microsoft.com/office/drawing/2014/main" val="3856911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710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04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07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542790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A7229F4-4F4D-439B-A6BD-5BCF5ABED603}"/>
              </a:ext>
            </a:extLst>
          </p:cNvPr>
          <p:cNvGraphicFramePr>
            <a:graphicFrameLocks noGrp="1"/>
          </p:cNvGraphicFramePr>
          <p:nvPr/>
        </p:nvGraphicFramePr>
        <p:xfrm>
          <a:off x="434981" y="763284"/>
          <a:ext cx="3323094" cy="48875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698">
                  <a:extLst>
                    <a:ext uri="{9D8B030D-6E8A-4147-A177-3AD203B41FA5}">
                      <a16:colId xmlns:a16="http://schemas.microsoft.com/office/drawing/2014/main" val="831713539"/>
                    </a:ext>
                  </a:extLst>
                </a:gridCol>
                <a:gridCol w="1107698">
                  <a:extLst>
                    <a:ext uri="{9D8B030D-6E8A-4147-A177-3AD203B41FA5}">
                      <a16:colId xmlns:a16="http://schemas.microsoft.com/office/drawing/2014/main" val="2317386009"/>
                    </a:ext>
                  </a:extLst>
                </a:gridCol>
                <a:gridCol w="1107698">
                  <a:extLst>
                    <a:ext uri="{9D8B030D-6E8A-4147-A177-3AD203B41FA5}">
                      <a16:colId xmlns:a16="http://schemas.microsoft.com/office/drawing/2014/main" val="3431974553"/>
                    </a:ext>
                  </a:extLst>
                </a:gridCol>
              </a:tblGrid>
              <a:tr h="437516">
                <a:tc>
                  <a:txBody>
                    <a:bodyPr/>
                    <a:lstStyle/>
                    <a:p>
                      <a:r>
                        <a:rPr lang="en-US" b="1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817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97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889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36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08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80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35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0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619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381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1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468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Mongolia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456936"/>
                  </a:ext>
                </a:extLst>
              </a:tr>
            </a:tbl>
          </a:graphicData>
        </a:graphic>
      </p:graphicFrame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13FC8C4-E6E4-4952-A271-42FCFC62A510}"/>
              </a:ext>
            </a:extLst>
          </p:cNvPr>
          <p:cNvSpPr/>
          <p:nvPr/>
        </p:nvSpPr>
        <p:spPr>
          <a:xfrm>
            <a:off x="1601016" y="792819"/>
            <a:ext cx="495512" cy="302037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C3361A0-B4BC-4D01-B644-EB29945DE8EE}"/>
              </a:ext>
            </a:extLst>
          </p:cNvPr>
          <p:cNvSpPr/>
          <p:nvPr/>
        </p:nvSpPr>
        <p:spPr>
          <a:xfrm>
            <a:off x="2685323" y="807148"/>
            <a:ext cx="602146" cy="288892"/>
          </a:xfrm>
          <a:prstGeom prst="roundRect">
            <a:avLst/>
          </a:prstGeom>
          <a:solidFill>
            <a:srgbClr val="7030A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E244CA6-C13E-4CAA-8DB3-BD5B8104307E}"/>
              </a:ext>
            </a:extLst>
          </p:cNvPr>
          <p:cNvSpPr/>
          <p:nvPr/>
        </p:nvSpPr>
        <p:spPr>
          <a:xfrm>
            <a:off x="2685323" y="1228725"/>
            <a:ext cx="743195" cy="292682"/>
          </a:xfrm>
          <a:prstGeom prst="roundRect">
            <a:avLst/>
          </a:prstGeom>
          <a:solidFill>
            <a:srgbClr val="E5BEF4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324D6D8-4B5A-454B-9F47-D8688CAB5FB0}"/>
              </a:ext>
            </a:extLst>
          </p:cNvPr>
          <p:cNvSpPr/>
          <p:nvPr/>
        </p:nvSpPr>
        <p:spPr>
          <a:xfrm>
            <a:off x="2685324" y="1602589"/>
            <a:ext cx="743195" cy="292682"/>
          </a:xfrm>
          <a:prstGeom prst="roundRect">
            <a:avLst/>
          </a:prstGeom>
          <a:solidFill>
            <a:srgbClr val="E960E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1AB57ED-0567-4146-89B9-41F82E93FE4E}"/>
              </a:ext>
            </a:extLst>
          </p:cNvPr>
          <p:cNvSpPr/>
          <p:nvPr/>
        </p:nvSpPr>
        <p:spPr>
          <a:xfrm>
            <a:off x="2685323" y="1964593"/>
            <a:ext cx="743195" cy="292682"/>
          </a:xfrm>
          <a:prstGeom prst="roundRect">
            <a:avLst/>
          </a:prstGeom>
          <a:solidFill>
            <a:srgbClr val="D71AD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E9F65E8-B615-487A-95A8-F7F0B01693E9}"/>
              </a:ext>
            </a:extLst>
          </p:cNvPr>
          <p:cNvSpPr/>
          <p:nvPr/>
        </p:nvSpPr>
        <p:spPr>
          <a:xfrm>
            <a:off x="2685323" y="2338457"/>
            <a:ext cx="743195" cy="292682"/>
          </a:xfrm>
          <a:prstGeom prst="roundRect">
            <a:avLst/>
          </a:prstGeom>
          <a:solidFill>
            <a:srgbClr val="680C6A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527E107-9004-4FD5-A0C7-607B0649E482}"/>
              </a:ext>
            </a:extLst>
          </p:cNvPr>
          <p:cNvSpPr/>
          <p:nvPr/>
        </p:nvSpPr>
        <p:spPr>
          <a:xfrm>
            <a:off x="2681442" y="2700292"/>
            <a:ext cx="743195" cy="292682"/>
          </a:xfrm>
          <a:prstGeom prst="roundRect">
            <a:avLst/>
          </a:prstGeom>
          <a:solidFill>
            <a:srgbClr val="E5BEF4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5BB60BE-5CD7-4CC8-A813-66F135A14B57}"/>
              </a:ext>
            </a:extLst>
          </p:cNvPr>
          <p:cNvSpPr/>
          <p:nvPr/>
        </p:nvSpPr>
        <p:spPr>
          <a:xfrm>
            <a:off x="2681443" y="3074156"/>
            <a:ext cx="743195" cy="292682"/>
          </a:xfrm>
          <a:prstGeom prst="roundRect">
            <a:avLst/>
          </a:prstGeom>
          <a:solidFill>
            <a:srgbClr val="E960E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65C1EAF-1195-4F06-A298-4B52E44246CC}"/>
              </a:ext>
            </a:extLst>
          </p:cNvPr>
          <p:cNvSpPr/>
          <p:nvPr/>
        </p:nvSpPr>
        <p:spPr>
          <a:xfrm>
            <a:off x="2681442" y="3436160"/>
            <a:ext cx="743195" cy="292682"/>
          </a:xfrm>
          <a:prstGeom prst="roundRect">
            <a:avLst/>
          </a:prstGeom>
          <a:solidFill>
            <a:srgbClr val="D71AD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2987071-324A-4467-82D5-43C5F8290EE9}"/>
              </a:ext>
            </a:extLst>
          </p:cNvPr>
          <p:cNvSpPr/>
          <p:nvPr/>
        </p:nvSpPr>
        <p:spPr>
          <a:xfrm>
            <a:off x="2681442" y="3810024"/>
            <a:ext cx="743195" cy="292682"/>
          </a:xfrm>
          <a:prstGeom prst="roundRect">
            <a:avLst/>
          </a:prstGeom>
          <a:solidFill>
            <a:srgbClr val="680C6A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7A9D1AC-1182-423D-BB3F-7FEB1EF4061D}"/>
              </a:ext>
            </a:extLst>
          </p:cNvPr>
          <p:cNvSpPr/>
          <p:nvPr/>
        </p:nvSpPr>
        <p:spPr>
          <a:xfrm>
            <a:off x="2685323" y="4198211"/>
            <a:ext cx="743195" cy="292682"/>
          </a:xfrm>
          <a:prstGeom prst="roundRect">
            <a:avLst/>
          </a:prstGeom>
          <a:solidFill>
            <a:srgbClr val="E5BEF4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F23D4FE-2757-481B-B43D-D897386B3EE6}"/>
              </a:ext>
            </a:extLst>
          </p:cNvPr>
          <p:cNvSpPr/>
          <p:nvPr/>
        </p:nvSpPr>
        <p:spPr>
          <a:xfrm>
            <a:off x="2685324" y="4572075"/>
            <a:ext cx="743195" cy="292682"/>
          </a:xfrm>
          <a:prstGeom prst="roundRect">
            <a:avLst/>
          </a:prstGeom>
          <a:solidFill>
            <a:srgbClr val="E960E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E542A78-C534-4687-8105-D86F841851E8}"/>
              </a:ext>
            </a:extLst>
          </p:cNvPr>
          <p:cNvSpPr/>
          <p:nvPr/>
        </p:nvSpPr>
        <p:spPr>
          <a:xfrm>
            <a:off x="2685323" y="4934079"/>
            <a:ext cx="743195" cy="292682"/>
          </a:xfrm>
          <a:prstGeom prst="roundRect">
            <a:avLst/>
          </a:prstGeom>
          <a:solidFill>
            <a:srgbClr val="D71AD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5B70B2A-5505-448B-AACC-1E27DBA1B8DF}"/>
              </a:ext>
            </a:extLst>
          </p:cNvPr>
          <p:cNvSpPr/>
          <p:nvPr/>
        </p:nvSpPr>
        <p:spPr>
          <a:xfrm>
            <a:off x="2685323" y="5307943"/>
            <a:ext cx="743195" cy="292682"/>
          </a:xfrm>
          <a:prstGeom prst="roundRect">
            <a:avLst/>
          </a:prstGeom>
          <a:solidFill>
            <a:srgbClr val="680C6A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4B1A099-783C-452A-A790-4676F5F17E9F}"/>
              </a:ext>
            </a:extLst>
          </p:cNvPr>
          <p:cNvSpPr/>
          <p:nvPr/>
        </p:nvSpPr>
        <p:spPr>
          <a:xfrm>
            <a:off x="1592668" y="1228725"/>
            <a:ext cx="743195" cy="29268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810E2C3-41F7-45E8-AE38-2DAA6DE093E9}"/>
              </a:ext>
            </a:extLst>
          </p:cNvPr>
          <p:cNvSpPr/>
          <p:nvPr/>
        </p:nvSpPr>
        <p:spPr>
          <a:xfrm>
            <a:off x="1592669" y="1602589"/>
            <a:ext cx="743195" cy="29268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48DCE5-9C1B-40A9-9B33-8BAC640C00A4}"/>
              </a:ext>
            </a:extLst>
          </p:cNvPr>
          <p:cNvSpPr/>
          <p:nvPr/>
        </p:nvSpPr>
        <p:spPr>
          <a:xfrm>
            <a:off x="1592668" y="1964593"/>
            <a:ext cx="743195" cy="292682"/>
          </a:xfrm>
          <a:prstGeom prst="roundRect">
            <a:avLst/>
          </a:prstGeom>
          <a:solidFill>
            <a:schemeClr val="accent4">
              <a:lumMod val="7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818E619-2701-4A93-BB3F-1CD81EC54085}"/>
              </a:ext>
            </a:extLst>
          </p:cNvPr>
          <p:cNvSpPr/>
          <p:nvPr/>
        </p:nvSpPr>
        <p:spPr>
          <a:xfrm>
            <a:off x="1592668" y="2338457"/>
            <a:ext cx="743195" cy="292682"/>
          </a:xfrm>
          <a:prstGeom prst="roundRect">
            <a:avLst/>
          </a:prstGeom>
          <a:solidFill>
            <a:schemeClr val="accent4">
              <a:lumMod val="5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BDDD015-3AF8-4B46-B1ED-376FEEA7B92F}"/>
              </a:ext>
            </a:extLst>
          </p:cNvPr>
          <p:cNvSpPr/>
          <p:nvPr/>
        </p:nvSpPr>
        <p:spPr>
          <a:xfrm>
            <a:off x="1588787" y="2700292"/>
            <a:ext cx="743195" cy="29268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D825E78-F585-4B7B-8ED6-910699491586}"/>
              </a:ext>
            </a:extLst>
          </p:cNvPr>
          <p:cNvSpPr/>
          <p:nvPr/>
        </p:nvSpPr>
        <p:spPr>
          <a:xfrm>
            <a:off x="1588788" y="3074156"/>
            <a:ext cx="743195" cy="29268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53CDF7F1-CB54-4398-A35F-50B0F95E2364}"/>
              </a:ext>
            </a:extLst>
          </p:cNvPr>
          <p:cNvSpPr/>
          <p:nvPr/>
        </p:nvSpPr>
        <p:spPr>
          <a:xfrm>
            <a:off x="1588787" y="3436160"/>
            <a:ext cx="743195" cy="292682"/>
          </a:xfrm>
          <a:prstGeom prst="roundRect">
            <a:avLst/>
          </a:prstGeom>
          <a:solidFill>
            <a:schemeClr val="accent4">
              <a:lumMod val="7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E9F4A9E-43E3-4F29-B7AB-95681A93F82C}"/>
              </a:ext>
            </a:extLst>
          </p:cNvPr>
          <p:cNvSpPr/>
          <p:nvPr/>
        </p:nvSpPr>
        <p:spPr>
          <a:xfrm>
            <a:off x="1588787" y="3810024"/>
            <a:ext cx="743195" cy="292682"/>
          </a:xfrm>
          <a:prstGeom prst="roundRect">
            <a:avLst/>
          </a:prstGeom>
          <a:solidFill>
            <a:schemeClr val="accent4">
              <a:lumMod val="5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D8B60B2-BFFA-441C-9A64-743DED93CCF7}"/>
              </a:ext>
            </a:extLst>
          </p:cNvPr>
          <p:cNvSpPr/>
          <p:nvPr/>
        </p:nvSpPr>
        <p:spPr>
          <a:xfrm>
            <a:off x="1592668" y="4198211"/>
            <a:ext cx="743195" cy="29268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6904D8E-8915-47E2-982F-801033C9EB2D}"/>
              </a:ext>
            </a:extLst>
          </p:cNvPr>
          <p:cNvSpPr/>
          <p:nvPr/>
        </p:nvSpPr>
        <p:spPr>
          <a:xfrm>
            <a:off x="1592669" y="4572075"/>
            <a:ext cx="743195" cy="29268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AB7E9E9-C12F-4B4F-9CED-8B9C8A9892B4}"/>
              </a:ext>
            </a:extLst>
          </p:cNvPr>
          <p:cNvSpPr/>
          <p:nvPr/>
        </p:nvSpPr>
        <p:spPr>
          <a:xfrm>
            <a:off x="1592668" y="4934079"/>
            <a:ext cx="743195" cy="292682"/>
          </a:xfrm>
          <a:prstGeom prst="roundRect">
            <a:avLst/>
          </a:prstGeom>
          <a:solidFill>
            <a:schemeClr val="accent4">
              <a:lumMod val="7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77B6304C-3DF7-4128-8A18-75796D56CAE2}"/>
              </a:ext>
            </a:extLst>
          </p:cNvPr>
          <p:cNvSpPr/>
          <p:nvPr/>
        </p:nvSpPr>
        <p:spPr>
          <a:xfrm>
            <a:off x="1592668" y="5307943"/>
            <a:ext cx="743195" cy="292682"/>
          </a:xfrm>
          <a:prstGeom prst="roundRect">
            <a:avLst/>
          </a:prstGeom>
          <a:solidFill>
            <a:schemeClr val="accent4">
              <a:lumMod val="5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9E42B28-C471-4C4E-B96E-2B5AE5B21A82}"/>
              </a:ext>
            </a:extLst>
          </p:cNvPr>
          <p:cNvSpPr/>
          <p:nvPr/>
        </p:nvSpPr>
        <p:spPr>
          <a:xfrm>
            <a:off x="7077887" y="2291176"/>
            <a:ext cx="920431" cy="304316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A84E1268-0B49-4D00-9ECE-D53A256A5F97}"/>
              </a:ext>
            </a:extLst>
          </p:cNvPr>
          <p:cNvSpPr/>
          <p:nvPr/>
        </p:nvSpPr>
        <p:spPr>
          <a:xfrm>
            <a:off x="8057769" y="2257275"/>
            <a:ext cx="743195" cy="29268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D5987A5-A5CA-449F-A4DB-2191FEE737F8}"/>
              </a:ext>
            </a:extLst>
          </p:cNvPr>
          <p:cNvSpPr/>
          <p:nvPr/>
        </p:nvSpPr>
        <p:spPr>
          <a:xfrm>
            <a:off x="9036969" y="2288533"/>
            <a:ext cx="743195" cy="292682"/>
          </a:xfrm>
          <a:prstGeom prst="roundRect">
            <a:avLst/>
          </a:prstGeom>
          <a:solidFill>
            <a:schemeClr val="accent4">
              <a:lumMod val="75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E0C35677-F968-4502-85FD-9E5B66C1B04F}"/>
              </a:ext>
            </a:extLst>
          </p:cNvPr>
          <p:cNvSpPr/>
          <p:nvPr/>
        </p:nvSpPr>
        <p:spPr>
          <a:xfrm>
            <a:off x="9998355" y="2271572"/>
            <a:ext cx="743195" cy="292682"/>
          </a:xfrm>
          <a:prstGeom prst="roundRect">
            <a:avLst/>
          </a:prstGeom>
          <a:solidFill>
            <a:schemeClr val="accent4">
              <a:lumMod val="5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AB3B8AE-7821-4D94-869A-54FC2F5F2F27}"/>
              </a:ext>
            </a:extLst>
          </p:cNvPr>
          <p:cNvSpPr/>
          <p:nvPr/>
        </p:nvSpPr>
        <p:spPr>
          <a:xfrm>
            <a:off x="7077848" y="2654260"/>
            <a:ext cx="920431" cy="304316"/>
          </a:xfrm>
          <a:prstGeom prst="roundRect">
            <a:avLst/>
          </a:prstGeom>
          <a:solidFill>
            <a:srgbClr val="E5BEF4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5BF5CE7-E5DB-4F7D-A8BC-B52152B409D4}"/>
              </a:ext>
            </a:extLst>
          </p:cNvPr>
          <p:cNvSpPr/>
          <p:nvPr/>
        </p:nvSpPr>
        <p:spPr>
          <a:xfrm>
            <a:off x="7077848" y="3026864"/>
            <a:ext cx="920431" cy="304316"/>
          </a:xfrm>
          <a:prstGeom prst="roundRect">
            <a:avLst/>
          </a:prstGeom>
          <a:solidFill>
            <a:srgbClr val="E5BEF4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B7FCDEC-8FF3-401E-99BF-9C4FF4DF51B7}"/>
              </a:ext>
            </a:extLst>
          </p:cNvPr>
          <p:cNvSpPr/>
          <p:nvPr/>
        </p:nvSpPr>
        <p:spPr>
          <a:xfrm>
            <a:off x="7077848" y="3387465"/>
            <a:ext cx="920431" cy="304316"/>
          </a:xfrm>
          <a:prstGeom prst="roundRect">
            <a:avLst/>
          </a:prstGeom>
          <a:solidFill>
            <a:srgbClr val="E5BEF4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B490BB8-858F-40D0-B0E2-6B8E95EE248A}"/>
              </a:ext>
            </a:extLst>
          </p:cNvPr>
          <p:cNvSpPr/>
          <p:nvPr/>
        </p:nvSpPr>
        <p:spPr>
          <a:xfrm>
            <a:off x="8055820" y="2637286"/>
            <a:ext cx="743195" cy="292682"/>
          </a:xfrm>
          <a:prstGeom prst="roundRect">
            <a:avLst/>
          </a:prstGeom>
          <a:solidFill>
            <a:srgbClr val="E960E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BBADAF5-EE10-47D3-8660-ABD7C409ED1F}"/>
              </a:ext>
            </a:extLst>
          </p:cNvPr>
          <p:cNvSpPr/>
          <p:nvPr/>
        </p:nvSpPr>
        <p:spPr>
          <a:xfrm>
            <a:off x="8055819" y="2999250"/>
            <a:ext cx="743195" cy="292682"/>
          </a:xfrm>
          <a:prstGeom prst="roundRect">
            <a:avLst/>
          </a:prstGeom>
          <a:solidFill>
            <a:srgbClr val="E960E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666E9030-E76B-4F7E-8192-A3392E6F8014}"/>
              </a:ext>
            </a:extLst>
          </p:cNvPr>
          <p:cNvSpPr/>
          <p:nvPr/>
        </p:nvSpPr>
        <p:spPr>
          <a:xfrm>
            <a:off x="8055820" y="3378445"/>
            <a:ext cx="743195" cy="292682"/>
          </a:xfrm>
          <a:prstGeom prst="roundRect">
            <a:avLst/>
          </a:prstGeom>
          <a:solidFill>
            <a:srgbClr val="E960E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882317E-BAA3-4764-B4CD-3501267D8C57}"/>
              </a:ext>
            </a:extLst>
          </p:cNvPr>
          <p:cNvSpPr/>
          <p:nvPr/>
        </p:nvSpPr>
        <p:spPr>
          <a:xfrm>
            <a:off x="9036969" y="2654404"/>
            <a:ext cx="743195" cy="292682"/>
          </a:xfrm>
          <a:prstGeom prst="roundRect">
            <a:avLst/>
          </a:prstGeom>
          <a:solidFill>
            <a:srgbClr val="D71AD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1D228AFE-9909-41BE-A289-8B3DE3CBAB6C}"/>
              </a:ext>
            </a:extLst>
          </p:cNvPr>
          <p:cNvSpPr/>
          <p:nvPr/>
        </p:nvSpPr>
        <p:spPr>
          <a:xfrm>
            <a:off x="9036969" y="3025409"/>
            <a:ext cx="743195" cy="292682"/>
          </a:xfrm>
          <a:prstGeom prst="roundRect">
            <a:avLst/>
          </a:prstGeom>
          <a:solidFill>
            <a:srgbClr val="D71AD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5B3279FC-DE9B-450F-925D-91733D8C0B33}"/>
              </a:ext>
            </a:extLst>
          </p:cNvPr>
          <p:cNvSpPr/>
          <p:nvPr/>
        </p:nvSpPr>
        <p:spPr>
          <a:xfrm>
            <a:off x="9028062" y="3387465"/>
            <a:ext cx="743195" cy="292682"/>
          </a:xfrm>
          <a:prstGeom prst="roundRect">
            <a:avLst/>
          </a:prstGeom>
          <a:solidFill>
            <a:srgbClr val="D71ADC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BDC2FEA3-8A5B-4993-BFDD-E12D119705B5}"/>
              </a:ext>
            </a:extLst>
          </p:cNvPr>
          <p:cNvSpPr/>
          <p:nvPr/>
        </p:nvSpPr>
        <p:spPr>
          <a:xfrm>
            <a:off x="9998355" y="2647136"/>
            <a:ext cx="743195" cy="292682"/>
          </a:xfrm>
          <a:prstGeom prst="roundRect">
            <a:avLst/>
          </a:prstGeom>
          <a:solidFill>
            <a:srgbClr val="680C6A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F60CB820-5778-45DC-8A94-899FCCBAFDBB}"/>
              </a:ext>
            </a:extLst>
          </p:cNvPr>
          <p:cNvSpPr/>
          <p:nvPr/>
        </p:nvSpPr>
        <p:spPr>
          <a:xfrm>
            <a:off x="9998355" y="3020997"/>
            <a:ext cx="743195" cy="292682"/>
          </a:xfrm>
          <a:prstGeom prst="roundRect">
            <a:avLst/>
          </a:prstGeom>
          <a:solidFill>
            <a:srgbClr val="680C6A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6AD21B2F-307D-4163-846F-616B9426BBE2}"/>
              </a:ext>
            </a:extLst>
          </p:cNvPr>
          <p:cNvSpPr/>
          <p:nvPr/>
        </p:nvSpPr>
        <p:spPr>
          <a:xfrm>
            <a:off x="9998355" y="3387465"/>
            <a:ext cx="743195" cy="292682"/>
          </a:xfrm>
          <a:prstGeom prst="roundRect">
            <a:avLst/>
          </a:prstGeom>
          <a:solidFill>
            <a:srgbClr val="680C6A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7B9B182-5913-4AB1-AC51-A9D84FE5CC13}"/>
              </a:ext>
            </a:extLst>
          </p:cNvPr>
          <p:cNvSpPr/>
          <p:nvPr/>
        </p:nvSpPr>
        <p:spPr>
          <a:xfrm>
            <a:off x="4005977" y="2361072"/>
            <a:ext cx="1802060" cy="59876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E92B75A4-25DA-4C31-B47A-B8A6FB9287C2}"/>
              </a:ext>
            </a:extLst>
          </p:cNvPr>
          <p:cNvSpPr/>
          <p:nvPr/>
        </p:nvSpPr>
        <p:spPr>
          <a:xfrm rot="10800000">
            <a:off x="3909748" y="3050230"/>
            <a:ext cx="1802060" cy="59876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52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C0A9E3-0069-430B-9038-6171C75F1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188" y="442020"/>
            <a:ext cx="4219928" cy="3641926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7C8944-CAB9-4735-A407-B6B1A8AF2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59" y="1524865"/>
            <a:ext cx="5651633" cy="3446256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4E1D9C-8A1D-45D9-A531-B6BF4EA55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309" y="3688016"/>
            <a:ext cx="3691131" cy="2489897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A1340D-E000-4B46-82B1-E7CFE306C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581" y="3021638"/>
            <a:ext cx="4364366" cy="3011791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0449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68A542-C4D2-4B08-B063-B8537C9F7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273" y="3649366"/>
            <a:ext cx="2958363" cy="26962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1F1B9D-5DBC-492B-B832-F3A8F0C0F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055" y="1860408"/>
            <a:ext cx="3319428" cy="46788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4718D1-A638-4431-82C7-B6930DFBB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411" y="2709307"/>
            <a:ext cx="4432844" cy="22201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7134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2C2896D-6128-4F48-BA91-63F76850F3C9}"/>
              </a:ext>
            </a:extLst>
          </p:cNvPr>
          <p:cNvGrpSpPr/>
          <p:nvPr/>
        </p:nvGrpSpPr>
        <p:grpSpPr>
          <a:xfrm>
            <a:off x="180891" y="-360037"/>
            <a:ext cx="10435455" cy="8427077"/>
            <a:chOff x="180891" y="-360037"/>
            <a:chExt cx="10435455" cy="84270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3927C25-41BA-4096-895D-002B89B5D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891" y="-360037"/>
              <a:ext cx="4862198" cy="3343843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A8E2F93-2867-4FB2-9EE6-D45A22130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7540" y="280696"/>
              <a:ext cx="5261960" cy="3343843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B64E534-9D78-4B38-99BD-5614F110C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26325" y="1587754"/>
              <a:ext cx="5827238" cy="3682491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A608B03-D8DA-4186-90E8-CBBE8A15A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88520" y="2996442"/>
              <a:ext cx="5476402" cy="3455982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FE93C0F-5D70-4B40-BD3C-54F303B11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39944" y="4517239"/>
              <a:ext cx="5476402" cy="3549801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851231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A74D9210-3E67-4D1D-B332-BDF111FC1416}"/>
              </a:ext>
            </a:extLst>
          </p:cNvPr>
          <p:cNvGrpSpPr/>
          <p:nvPr/>
        </p:nvGrpSpPr>
        <p:grpSpPr>
          <a:xfrm>
            <a:off x="342106" y="367288"/>
            <a:ext cx="11308414" cy="5720935"/>
            <a:chOff x="203882" y="324757"/>
            <a:chExt cx="11308414" cy="572093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7BC540A-658C-4D87-828A-3AC919AA5E1E}"/>
                </a:ext>
              </a:extLst>
            </p:cNvPr>
            <p:cNvSpPr txBox="1"/>
            <p:nvPr/>
          </p:nvSpPr>
          <p:spPr>
            <a:xfrm>
              <a:off x="292144" y="4128843"/>
              <a:ext cx="12847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Outliers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C09363F7-7AB1-430B-BCAC-5902B03B9695}"/>
                </a:ext>
              </a:extLst>
            </p:cNvPr>
            <p:cNvGrpSpPr/>
            <p:nvPr/>
          </p:nvGrpSpPr>
          <p:grpSpPr>
            <a:xfrm>
              <a:off x="203882" y="324757"/>
              <a:ext cx="11007795" cy="5720935"/>
              <a:chOff x="86924" y="408290"/>
              <a:chExt cx="11007795" cy="572093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AF0E548-B03D-4ECB-8020-FE113722A784}"/>
                  </a:ext>
                </a:extLst>
              </p:cNvPr>
              <p:cNvSpPr/>
              <p:nvPr/>
            </p:nvSpPr>
            <p:spPr>
              <a:xfrm>
                <a:off x="4128567" y="2453323"/>
                <a:ext cx="735661" cy="1209675"/>
              </a:xfrm>
              <a:prstGeom prst="rect">
                <a:avLst/>
              </a:prstGeom>
              <a:noFill/>
              <a:ln w="104775">
                <a:solidFill>
                  <a:schemeClr val="tx2">
                    <a:alpha val="9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C5D3485-403C-4ACC-9BFC-5E3A3233434C}"/>
                  </a:ext>
                </a:extLst>
              </p:cNvPr>
              <p:cNvSpPr/>
              <p:nvPr/>
            </p:nvSpPr>
            <p:spPr>
              <a:xfrm>
                <a:off x="4864229" y="2453323"/>
                <a:ext cx="1297354" cy="1209675"/>
              </a:xfrm>
              <a:prstGeom prst="rect">
                <a:avLst/>
              </a:prstGeom>
              <a:noFill/>
              <a:ln w="104775">
                <a:solidFill>
                  <a:schemeClr val="tx2">
                    <a:alpha val="9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475D41B8-6694-4583-B601-5F1CE3521FCF}"/>
                  </a:ext>
                </a:extLst>
              </p:cNvPr>
              <p:cNvCxnSpPr>
                <a:cxnSpLocks/>
                <a:stCxn id="4" idx="1"/>
              </p:cNvCxnSpPr>
              <p:nvPr/>
            </p:nvCxnSpPr>
            <p:spPr>
              <a:xfrm flipH="1" flipV="1">
                <a:off x="3802068" y="3054034"/>
                <a:ext cx="326499" cy="4127"/>
              </a:xfrm>
              <a:prstGeom prst="line">
                <a:avLst/>
              </a:prstGeom>
              <a:ln w="107950">
                <a:solidFill>
                  <a:schemeClr val="tx2">
                    <a:alpha val="99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C4C6F30-D836-4F0F-B424-DD5CAE58BF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00174" y="3054035"/>
                <a:ext cx="1541746" cy="0"/>
              </a:xfrm>
              <a:prstGeom prst="line">
                <a:avLst/>
              </a:prstGeom>
              <a:ln w="107950">
                <a:solidFill>
                  <a:schemeClr val="tx2">
                    <a:alpha val="99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339129D-849B-4E71-A845-77428A0A8721}"/>
                  </a:ext>
                </a:extLst>
              </p:cNvPr>
              <p:cNvSpPr/>
              <p:nvPr/>
            </p:nvSpPr>
            <p:spPr>
              <a:xfrm>
                <a:off x="10007600" y="2971800"/>
                <a:ext cx="172720" cy="172720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F3873B7-7FD1-4597-B5DB-90C6103C736D}"/>
                  </a:ext>
                </a:extLst>
              </p:cNvPr>
              <p:cNvSpPr/>
              <p:nvPr/>
            </p:nvSpPr>
            <p:spPr>
              <a:xfrm>
                <a:off x="10340339" y="2971800"/>
                <a:ext cx="172719" cy="172720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8DA1FAF-B694-4983-8C50-0BE77AF684D7}"/>
                  </a:ext>
                </a:extLst>
              </p:cNvPr>
              <p:cNvSpPr/>
              <p:nvPr/>
            </p:nvSpPr>
            <p:spPr>
              <a:xfrm>
                <a:off x="10535919" y="2971800"/>
                <a:ext cx="172719" cy="172720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9ED0C9A-33A2-4F88-A28D-12BD5EF95018}"/>
                  </a:ext>
                </a:extLst>
              </p:cNvPr>
              <p:cNvSpPr/>
              <p:nvPr/>
            </p:nvSpPr>
            <p:spPr>
              <a:xfrm>
                <a:off x="10922000" y="2971800"/>
                <a:ext cx="172719" cy="172720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89A3168-BA74-45CD-8B8B-04BAAAD5E99D}"/>
                  </a:ext>
                </a:extLst>
              </p:cNvPr>
              <p:cNvSpPr/>
              <p:nvPr/>
            </p:nvSpPr>
            <p:spPr>
              <a:xfrm>
                <a:off x="330765" y="2944999"/>
                <a:ext cx="172719" cy="172720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DD3BB0F-AE57-4F9E-8765-2D879C62795E}"/>
                  </a:ext>
                </a:extLst>
              </p:cNvPr>
              <p:cNvSpPr/>
              <p:nvPr/>
            </p:nvSpPr>
            <p:spPr>
              <a:xfrm>
                <a:off x="663504" y="2944999"/>
                <a:ext cx="172719" cy="172720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D1872C9F-35C4-41DE-BF9C-AC73E8E82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7124" y="1160411"/>
                <a:ext cx="6350" cy="1595120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0A695D0-29CF-411C-851E-A4E9A57699C3}"/>
                  </a:ext>
                </a:extLst>
              </p:cNvPr>
              <p:cNvSpPr txBox="1"/>
              <p:nvPr/>
            </p:nvSpPr>
            <p:spPr>
              <a:xfrm>
                <a:off x="86924" y="698746"/>
                <a:ext cx="833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Min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D4312622-C3EF-48F2-BDD5-E66B6A2DA594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>
              <a:xfrm flipH="1">
                <a:off x="6232746" y="1168001"/>
                <a:ext cx="869982" cy="1135051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30ECD45-2126-4A39-8196-6EE565BD8EA1}"/>
                  </a:ext>
                </a:extLst>
              </p:cNvPr>
              <p:cNvSpPr txBox="1"/>
              <p:nvPr/>
            </p:nvSpPr>
            <p:spPr>
              <a:xfrm>
                <a:off x="6144595" y="460115"/>
                <a:ext cx="191626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Q3</a:t>
                </a:r>
              </a:p>
              <a:p>
                <a:pPr algn="ctr"/>
                <a:r>
                  <a:rPr lang="en-US" sz="1600" b="1" dirty="0"/>
                  <a:t>75th percentile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4820D5B-4D69-4910-96BF-4D9FE123F889}"/>
                  </a:ext>
                </a:extLst>
              </p:cNvPr>
              <p:cNvCxnSpPr>
                <a:cxnSpLocks/>
                <a:stCxn id="35" idx="2"/>
              </p:cNvCxnSpPr>
              <p:nvPr/>
            </p:nvCxnSpPr>
            <p:spPr>
              <a:xfrm flipH="1">
                <a:off x="4862095" y="1198489"/>
                <a:ext cx="11430" cy="1145878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52A7986-7A81-42C5-B39F-A8C057D8CEEB}"/>
                  </a:ext>
                </a:extLst>
              </p:cNvPr>
              <p:cNvSpPr txBox="1"/>
              <p:nvPr/>
            </p:nvSpPr>
            <p:spPr>
              <a:xfrm>
                <a:off x="4049612" y="490603"/>
                <a:ext cx="164782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Median </a:t>
                </a:r>
              </a:p>
              <a:p>
                <a:pPr algn="ctr"/>
                <a:r>
                  <a:rPr lang="en-US" sz="1600" b="1" dirty="0"/>
                  <a:t>50th percentile</a:t>
                </a:r>
                <a:endParaRPr lang="en-US" sz="2400" b="1" dirty="0"/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8C1B6A22-B06B-48C5-B580-8A9B7300CB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90557" y="1316798"/>
                <a:ext cx="981370" cy="1066349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FB8776D-A5FC-44FA-A402-EFB02D5CECCC}"/>
                  </a:ext>
                </a:extLst>
              </p:cNvPr>
              <p:cNvSpPr txBox="1"/>
              <p:nvPr/>
            </p:nvSpPr>
            <p:spPr>
              <a:xfrm>
                <a:off x="2175146" y="408290"/>
                <a:ext cx="177035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Q1</a:t>
                </a:r>
              </a:p>
              <a:p>
                <a:pPr algn="ctr"/>
                <a:r>
                  <a:rPr lang="en-US" sz="2400" b="1" dirty="0"/>
                  <a:t> </a:t>
                </a:r>
                <a:r>
                  <a:rPr lang="en-US" sz="1600" b="1" dirty="0"/>
                  <a:t>25th percentile</a:t>
                </a:r>
                <a:endParaRPr lang="en-US" sz="2400" b="1" dirty="0"/>
              </a:p>
            </p:txBody>
          </p:sp>
          <p:sp>
            <p:nvSpPr>
              <p:cNvPr id="38" name="Right Brace 37">
                <a:extLst>
                  <a:ext uri="{FF2B5EF4-FFF2-40B4-BE49-F238E27FC236}">
                    <a16:creationId xmlns:a16="http://schemas.microsoft.com/office/drawing/2014/main" id="{E58A12E3-A4DA-4FAE-BD3B-D421F8F92215}"/>
                  </a:ext>
                </a:extLst>
              </p:cNvPr>
              <p:cNvSpPr/>
              <p:nvPr/>
            </p:nvSpPr>
            <p:spPr>
              <a:xfrm rot="5400000">
                <a:off x="4978115" y="3033521"/>
                <a:ext cx="355351" cy="2105025"/>
              </a:xfrm>
              <a:prstGeom prst="rightBrace">
                <a:avLst>
                  <a:gd name="adj1" fmla="val 8333"/>
                  <a:gd name="adj2" fmla="val 46793"/>
                </a:avLst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2E2BE89-935B-4DD0-8F01-3A3EB2601E59}"/>
                  </a:ext>
                </a:extLst>
              </p:cNvPr>
              <p:cNvSpPr txBox="1"/>
              <p:nvPr/>
            </p:nvSpPr>
            <p:spPr>
              <a:xfrm>
                <a:off x="4365707" y="4522232"/>
                <a:ext cx="17302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/>
                  <a:t>Inter-quartile range (IQR)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28FCB5CE-23B0-4A77-BCCA-56135D946A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9263" y="2247405"/>
                <a:ext cx="1342125" cy="724395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B509D2A8-C6AE-41EB-B870-70AF2210A3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41920" y="1594435"/>
                <a:ext cx="825976" cy="1328181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7AE9C1-BD35-4876-9BE5-E36AA0264D02}"/>
                  </a:ext>
                </a:extLst>
              </p:cNvPr>
              <p:cNvSpPr txBox="1"/>
              <p:nvPr/>
            </p:nvSpPr>
            <p:spPr>
              <a:xfrm>
                <a:off x="8002603" y="929578"/>
                <a:ext cx="23360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Max data point within </a:t>
                </a:r>
              </a:p>
              <a:p>
                <a:pPr algn="ctr"/>
                <a:r>
                  <a:rPr lang="en-US" b="1" dirty="0"/>
                  <a:t>Q3 + 1.5 * IQR</a:t>
                </a:r>
              </a:p>
            </p:txBody>
          </p:sp>
          <p:sp>
            <p:nvSpPr>
              <p:cNvPr id="53" name="Right Brace 52">
                <a:extLst>
                  <a:ext uri="{FF2B5EF4-FFF2-40B4-BE49-F238E27FC236}">
                    <a16:creationId xmlns:a16="http://schemas.microsoft.com/office/drawing/2014/main" id="{FA011C2E-035D-4775-B480-1DB55F7669E1}"/>
                  </a:ext>
                </a:extLst>
              </p:cNvPr>
              <p:cNvSpPr/>
              <p:nvPr/>
            </p:nvSpPr>
            <p:spPr>
              <a:xfrm rot="5400000">
                <a:off x="7357196" y="3798252"/>
                <a:ext cx="363104" cy="2742669"/>
              </a:xfrm>
              <a:prstGeom prst="rightBrace">
                <a:avLst>
                  <a:gd name="adj1" fmla="val 8333"/>
                  <a:gd name="adj2" fmla="val 46793"/>
                </a:avLst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ight Brace 53">
                <a:extLst>
                  <a:ext uri="{FF2B5EF4-FFF2-40B4-BE49-F238E27FC236}">
                    <a16:creationId xmlns:a16="http://schemas.microsoft.com/office/drawing/2014/main" id="{F3BB31A9-87E2-497A-A9EE-CA24547DA5CF}"/>
                  </a:ext>
                </a:extLst>
              </p:cNvPr>
              <p:cNvSpPr/>
              <p:nvPr/>
            </p:nvSpPr>
            <p:spPr>
              <a:xfrm rot="5400000">
                <a:off x="2584053" y="3813853"/>
                <a:ext cx="346354" cy="2742671"/>
              </a:xfrm>
              <a:prstGeom prst="rightBrace">
                <a:avLst>
                  <a:gd name="adj1" fmla="val 8333"/>
                  <a:gd name="adj2" fmla="val 46793"/>
                </a:avLst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D428E5-20B3-4DC3-A8C1-444D3E401F0A}"/>
                  </a:ext>
                </a:extLst>
              </p:cNvPr>
              <p:cNvSpPr txBox="1"/>
              <p:nvPr/>
            </p:nvSpPr>
            <p:spPr>
              <a:xfrm>
                <a:off x="7082147" y="5664281"/>
                <a:ext cx="15454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1.5 * IQR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EBE339B-8F9E-4FC6-8867-AB7A3E7C5441}"/>
                  </a:ext>
                </a:extLst>
              </p:cNvPr>
              <p:cNvSpPr txBox="1"/>
              <p:nvPr/>
            </p:nvSpPr>
            <p:spPr>
              <a:xfrm>
                <a:off x="1930831" y="5667560"/>
                <a:ext cx="15454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1.5 * IQR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789D183-016B-4D1C-BD6F-36C3EF3000CE}"/>
                  </a:ext>
                </a:extLst>
              </p:cNvPr>
              <p:cNvSpPr txBox="1"/>
              <p:nvPr/>
            </p:nvSpPr>
            <p:spPr>
              <a:xfrm>
                <a:off x="928586" y="1612194"/>
                <a:ext cx="22849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Min data point within Q1 – (1.5 * IQR)</a:t>
                </a: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8E94930E-6F0A-47E3-9F6D-F3ACFAB209C4}"/>
                  </a:ext>
                </a:extLst>
              </p:cNvPr>
              <p:cNvCxnSpPr>
                <a:cxnSpLocks/>
                <a:stCxn id="63" idx="0"/>
              </p:cNvCxnSpPr>
              <p:nvPr/>
            </p:nvCxnSpPr>
            <p:spPr>
              <a:xfrm flipH="1" flipV="1">
                <a:off x="792298" y="3268980"/>
                <a:ext cx="142212" cy="859863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1FC7B71-6D5C-4774-8AF5-9DDDB9A257E0}"/>
                  </a:ext>
                </a:extLst>
              </p:cNvPr>
              <p:cNvCxnSpPr>
                <a:cxnSpLocks/>
                <a:stCxn id="63" idx="0"/>
              </p:cNvCxnSpPr>
              <p:nvPr/>
            </p:nvCxnSpPr>
            <p:spPr>
              <a:xfrm flipH="1" flipV="1">
                <a:off x="415732" y="3247925"/>
                <a:ext cx="518778" cy="880918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E053CB5-CB9D-47E0-9BDB-679445DE748E}"/>
                  </a:ext>
                </a:extLst>
              </p:cNvPr>
              <p:cNvSpPr txBox="1"/>
              <p:nvPr/>
            </p:nvSpPr>
            <p:spPr>
              <a:xfrm>
                <a:off x="9640908" y="4337921"/>
                <a:ext cx="12847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Outliers</a:t>
                </a: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82F43ADC-8880-4DDD-A407-4F7940B34DC0}"/>
                  </a:ext>
                </a:extLst>
              </p:cNvPr>
              <p:cNvCxnSpPr>
                <a:cxnSpLocks/>
                <a:stCxn id="69" idx="0"/>
              </p:cNvCxnSpPr>
              <p:nvPr/>
            </p:nvCxnSpPr>
            <p:spPr>
              <a:xfrm flipV="1">
                <a:off x="10283274" y="3247227"/>
                <a:ext cx="726102" cy="1090694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03502C2D-A3BF-44C8-A076-3D1772C4A95D}"/>
                  </a:ext>
                </a:extLst>
              </p:cNvPr>
              <p:cNvCxnSpPr>
                <a:cxnSpLocks/>
                <a:stCxn id="69" idx="0"/>
              </p:cNvCxnSpPr>
              <p:nvPr/>
            </p:nvCxnSpPr>
            <p:spPr>
              <a:xfrm flipV="1">
                <a:off x="10283274" y="3247226"/>
                <a:ext cx="339004" cy="1090695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ED8FCBB5-7F51-4D23-ACB6-185D20305844}"/>
                  </a:ext>
                </a:extLst>
              </p:cNvPr>
              <p:cNvCxnSpPr>
                <a:cxnSpLocks/>
                <a:stCxn id="69" idx="0"/>
              </p:cNvCxnSpPr>
              <p:nvPr/>
            </p:nvCxnSpPr>
            <p:spPr>
              <a:xfrm flipV="1">
                <a:off x="10283274" y="3226171"/>
                <a:ext cx="57065" cy="1111750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8F7AE589-1C59-4D5F-81AC-D9D86ADACD8F}"/>
                  </a:ext>
                </a:extLst>
              </p:cNvPr>
              <p:cNvCxnSpPr>
                <a:cxnSpLocks/>
                <a:stCxn id="69" idx="0"/>
              </p:cNvCxnSpPr>
              <p:nvPr/>
            </p:nvCxnSpPr>
            <p:spPr>
              <a:xfrm flipH="1" flipV="1">
                <a:off x="10093960" y="3346704"/>
                <a:ext cx="189314" cy="991217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08FFB4FD-09CD-4DD3-856A-33D9AB83E7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09376" y="1273973"/>
                <a:ext cx="6350" cy="1595120"/>
              </a:xfrm>
              <a:prstGeom prst="straightConnector1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F1A2233-EA90-482C-99C5-9575F7892947}"/>
                </a:ext>
              </a:extLst>
            </p:cNvPr>
            <p:cNvSpPr txBox="1"/>
            <p:nvPr/>
          </p:nvSpPr>
          <p:spPr>
            <a:xfrm>
              <a:off x="10679176" y="812308"/>
              <a:ext cx="833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Max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5477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1572</TotalTime>
  <Words>472</Words>
  <Application>Microsoft Office PowerPoint</Application>
  <PresentationFormat>Widescreen</PresentationFormat>
  <Paragraphs>287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Deduplication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Neale Batra</dc:creator>
  <cp:lastModifiedBy>Neale Batra</cp:lastModifiedBy>
  <cp:revision>21</cp:revision>
  <dcterms:created xsi:type="dcterms:W3CDTF">2020-09-09T15:29:49Z</dcterms:created>
  <dcterms:modified xsi:type="dcterms:W3CDTF">2021-05-11T21:45:00Z</dcterms:modified>
</cp:coreProperties>
</file>